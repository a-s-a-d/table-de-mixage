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8"/>
  </p:notesMasterIdLst>
  <p:handoutMasterIdLst>
    <p:handoutMasterId r:id="rId29"/>
  </p:handoutMasterIdLst>
  <p:sldIdLst>
    <p:sldId id="257" r:id="rId5"/>
    <p:sldId id="268" r:id="rId6"/>
    <p:sldId id="277" r:id="rId7"/>
    <p:sldId id="305" r:id="rId8"/>
    <p:sldId id="306" r:id="rId9"/>
    <p:sldId id="312" r:id="rId10"/>
    <p:sldId id="313" r:id="rId11"/>
    <p:sldId id="311" r:id="rId12"/>
    <p:sldId id="320" r:id="rId13"/>
    <p:sldId id="319" r:id="rId14"/>
    <p:sldId id="317" r:id="rId15"/>
    <p:sldId id="322" r:id="rId16"/>
    <p:sldId id="302" r:id="rId17"/>
    <p:sldId id="308" r:id="rId18"/>
    <p:sldId id="310" r:id="rId19"/>
    <p:sldId id="323" r:id="rId20"/>
    <p:sldId id="309" r:id="rId21"/>
    <p:sldId id="325" r:id="rId22"/>
    <p:sldId id="327" r:id="rId23"/>
    <p:sldId id="307" r:id="rId24"/>
    <p:sldId id="275" r:id="rId25"/>
    <p:sldId id="303" r:id="rId26"/>
    <p:sldId id="304" r:id="rId27"/>
  </p:sldIdLst>
  <p:sldSz cx="12188825" cy="6858000"/>
  <p:notesSz cx="6858000" cy="9144000"/>
  <p:defaultTextStyle>
    <a:defPPr rtl="0">
      <a:defRPr lang="fr-f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106B93-43EC-4933-A3AF-788873588309}">
          <p14:sldIdLst>
            <p14:sldId id="257"/>
            <p14:sldId id="268"/>
            <p14:sldId id="277"/>
            <p14:sldId id="305"/>
            <p14:sldId id="306"/>
            <p14:sldId id="312"/>
            <p14:sldId id="313"/>
            <p14:sldId id="311"/>
            <p14:sldId id="320"/>
            <p14:sldId id="319"/>
            <p14:sldId id="317"/>
            <p14:sldId id="322"/>
            <p14:sldId id="302"/>
            <p14:sldId id="308"/>
            <p14:sldId id="310"/>
            <p14:sldId id="323"/>
            <p14:sldId id="309"/>
            <p14:sldId id="325"/>
            <p14:sldId id="327"/>
            <p14:sldId id="307"/>
            <p14:sldId id="275"/>
          </p14:sldIdLst>
        </p14:section>
        <p14:section name="Untitled Section" id="{AD3FF0D7-A481-4E42-A1E9-768789494926}">
          <p14:sldIdLst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5500"/>
    <a:srgbClr val="394404"/>
    <a:srgbClr val="5F6F0F"/>
    <a:srgbClr val="718412"/>
    <a:srgbClr val="65741A"/>
    <a:srgbClr val="70811D"/>
    <a:srgbClr val="7B8D1F"/>
    <a:srgbClr val="839721"/>
    <a:srgbClr val="95AB25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206" autoAdjust="0"/>
    <p:restoredTop sz="91180" autoAdjust="0"/>
  </p:normalViewPr>
  <p:slideViewPr>
    <p:cSldViewPr>
      <p:cViewPr varScale="1">
        <p:scale>
          <a:sx n="105" d="100"/>
          <a:sy n="105" d="100"/>
        </p:scale>
        <p:origin x="132" y="138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924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3798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yxie x" userId="44e5248c228d5751" providerId="LiveId" clId="{BC3AD439-EA75-47CC-AFFB-98D1B066A9EB}"/>
    <pc:docChg chg="undo redo custSel addSld delSld modSld sldOrd modSection">
      <pc:chgData name="Styxie x" userId="44e5248c228d5751" providerId="LiveId" clId="{BC3AD439-EA75-47CC-AFFB-98D1B066A9EB}" dt="2025-05-02T11:15:31.861" v="2274" actId="1076"/>
      <pc:docMkLst>
        <pc:docMk/>
      </pc:docMkLst>
      <pc:sldChg chg="delSp modSp mod">
        <pc:chgData name="Styxie x" userId="44e5248c228d5751" providerId="LiveId" clId="{BC3AD439-EA75-47CC-AFFB-98D1B066A9EB}" dt="2025-05-01T19:41:41.911" v="1658" actId="478"/>
        <pc:sldMkLst>
          <pc:docMk/>
          <pc:sldMk cId="1332291891" sldId="257"/>
        </pc:sldMkLst>
        <pc:spChg chg="del mod">
          <ac:chgData name="Styxie x" userId="44e5248c228d5751" providerId="LiveId" clId="{BC3AD439-EA75-47CC-AFFB-98D1B066A9EB}" dt="2025-05-01T19:41:41.911" v="1658" actId="478"/>
          <ac:spMkLst>
            <pc:docMk/>
            <pc:sldMk cId="1332291891" sldId="257"/>
            <ac:spMk id="4" creationId="{973112A8-8C5C-68EE-08A5-D6EBC26A54FB}"/>
          </ac:spMkLst>
        </pc:spChg>
      </pc:sldChg>
      <pc:sldChg chg="del">
        <pc:chgData name="Styxie x" userId="44e5248c228d5751" providerId="LiveId" clId="{BC3AD439-EA75-47CC-AFFB-98D1B066A9EB}" dt="2025-05-01T13:38:18.276" v="212" actId="47"/>
        <pc:sldMkLst>
          <pc:docMk/>
          <pc:sldMk cId="2672039197" sldId="261"/>
        </pc:sldMkLst>
      </pc:sldChg>
      <pc:sldChg chg="modSp mod">
        <pc:chgData name="Styxie x" userId="44e5248c228d5751" providerId="LiveId" clId="{BC3AD439-EA75-47CC-AFFB-98D1B066A9EB}" dt="2025-05-01T19:37:52.737" v="1560" actId="403"/>
        <pc:sldMkLst>
          <pc:docMk/>
          <pc:sldMk cId="3529114326" sldId="268"/>
        </pc:sldMkLst>
        <pc:spChg chg="mod">
          <ac:chgData name="Styxie x" userId="44e5248c228d5751" providerId="LiveId" clId="{BC3AD439-EA75-47CC-AFFB-98D1B066A9EB}" dt="2025-05-01T19:37:52.737" v="1560" actId="403"/>
          <ac:spMkLst>
            <pc:docMk/>
            <pc:sldMk cId="3529114326" sldId="268"/>
            <ac:spMk id="4" creationId="{CF576F2E-6CB6-A315-AC18-EB241BD3F284}"/>
          </ac:spMkLst>
        </pc:spChg>
        <pc:spChg chg="mod">
          <ac:chgData name="Styxie x" userId="44e5248c228d5751" providerId="LiveId" clId="{BC3AD439-EA75-47CC-AFFB-98D1B066A9EB}" dt="2025-05-01T17:16:58.182" v="615"/>
          <ac:spMkLst>
            <pc:docMk/>
            <pc:sldMk cId="3529114326" sldId="268"/>
            <ac:spMk id="14" creationId="{00000000-0000-0000-0000-000000000000}"/>
          </ac:spMkLst>
        </pc:spChg>
      </pc:sldChg>
      <pc:sldChg chg="addSp delSp modSp del mod ord">
        <pc:chgData name="Styxie x" userId="44e5248c228d5751" providerId="LiveId" clId="{BC3AD439-EA75-47CC-AFFB-98D1B066A9EB}" dt="2025-05-01T13:55:32.649" v="288" actId="47"/>
        <pc:sldMkLst>
          <pc:docMk/>
          <pc:sldMk cId="2872295955" sldId="272"/>
        </pc:sldMkLst>
        <pc:spChg chg="del mod">
          <ac:chgData name="Styxie x" userId="44e5248c228d5751" providerId="LiveId" clId="{BC3AD439-EA75-47CC-AFFB-98D1B066A9EB}" dt="2025-05-01T13:40:56.054" v="261" actId="478"/>
          <ac:spMkLst>
            <pc:docMk/>
            <pc:sldMk cId="2872295955" sldId="272"/>
            <ac:spMk id="2" creationId="{E766338F-46EC-4E3F-ED5F-6DE918FD6F88}"/>
          </ac:spMkLst>
        </pc:spChg>
        <pc:spChg chg="add del">
          <ac:chgData name="Styxie x" userId="44e5248c228d5751" providerId="LiveId" clId="{BC3AD439-EA75-47CC-AFFB-98D1B066A9EB}" dt="2025-05-01T13:41:16.926" v="268" actId="21"/>
          <ac:spMkLst>
            <pc:docMk/>
            <pc:sldMk cId="2872295955" sldId="272"/>
            <ac:spMk id="3" creationId="{3E0B21D0-CE82-D3C7-64F7-1F6361234B4C}"/>
          </ac:spMkLst>
        </pc:spChg>
        <pc:spChg chg="mod">
          <ac:chgData name="Styxie x" userId="44e5248c228d5751" providerId="LiveId" clId="{BC3AD439-EA75-47CC-AFFB-98D1B066A9EB}" dt="2025-05-01T13:40:43.978" v="259" actId="1076"/>
          <ac:spMkLst>
            <pc:docMk/>
            <pc:sldMk cId="2872295955" sldId="272"/>
            <ac:spMk id="7" creationId="{77CF60D4-23A5-C7EF-5B4A-5E6ED9871F6F}"/>
          </ac:spMkLst>
        </pc:spChg>
        <pc:spChg chg="del">
          <ac:chgData name="Styxie x" userId="44e5248c228d5751" providerId="LiveId" clId="{BC3AD439-EA75-47CC-AFFB-98D1B066A9EB}" dt="2025-05-01T13:40:29.174" v="253" actId="21"/>
          <ac:spMkLst>
            <pc:docMk/>
            <pc:sldMk cId="2872295955" sldId="272"/>
            <ac:spMk id="8" creationId="{39CDADF2-DF3C-D38B-C3BD-4DBCAF7F4F7D}"/>
          </ac:spMkLst>
        </pc:spChg>
        <pc:spChg chg="add del mod">
          <ac:chgData name="Styxie x" userId="44e5248c228d5751" providerId="LiveId" clId="{BC3AD439-EA75-47CC-AFFB-98D1B066A9EB}" dt="2025-05-01T13:40:58.028" v="262" actId="478"/>
          <ac:spMkLst>
            <pc:docMk/>
            <pc:sldMk cId="2872295955" sldId="272"/>
            <ac:spMk id="9" creationId="{3D437392-E6C8-8FE8-A211-BA47D9C34B32}"/>
          </ac:spMkLst>
        </pc:spChg>
        <pc:spChg chg="add del mod">
          <ac:chgData name="Styxie x" userId="44e5248c228d5751" providerId="LiveId" clId="{BC3AD439-EA75-47CC-AFFB-98D1B066A9EB}" dt="2025-05-01T13:41:16.926" v="268" actId="21"/>
          <ac:spMkLst>
            <pc:docMk/>
            <pc:sldMk cId="2872295955" sldId="272"/>
            <ac:spMk id="11" creationId="{93179336-EB37-BDD6-26D8-F5508A65DBA4}"/>
          </ac:spMkLst>
        </pc:spChg>
        <pc:picChg chg="add del">
          <ac:chgData name="Styxie x" userId="44e5248c228d5751" providerId="LiveId" clId="{BC3AD439-EA75-47CC-AFFB-98D1B066A9EB}" dt="2025-05-01T13:41:16.926" v="268" actId="21"/>
          <ac:picMkLst>
            <pc:docMk/>
            <pc:sldMk cId="2872295955" sldId="272"/>
            <ac:picMk id="5" creationId="{850B54CA-D29D-FB66-A848-9F336037C408}"/>
          </ac:picMkLst>
        </pc:picChg>
      </pc:sldChg>
      <pc:sldChg chg="modSp mod">
        <pc:chgData name="Styxie x" userId="44e5248c228d5751" providerId="LiveId" clId="{BC3AD439-EA75-47CC-AFFB-98D1B066A9EB}" dt="2025-05-01T19:40:09.378" v="1648" actId="403"/>
        <pc:sldMkLst>
          <pc:docMk/>
          <pc:sldMk cId="1748813178" sldId="275"/>
        </pc:sldMkLst>
        <pc:spChg chg="mod">
          <ac:chgData name="Styxie x" userId="44e5248c228d5751" providerId="LiveId" clId="{BC3AD439-EA75-47CC-AFFB-98D1B066A9EB}" dt="2025-05-01T19:40:09.378" v="1648" actId="403"/>
          <ac:spMkLst>
            <pc:docMk/>
            <pc:sldMk cId="1748813178" sldId="275"/>
            <ac:spMk id="5" creationId="{438A5F06-3CF0-2D1D-F973-90E7AFE1184C}"/>
          </ac:spMkLst>
        </pc:spChg>
      </pc:sldChg>
      <pc:sldChg chg="del">
        <pc:chgData name="Styxie x" userId="44e5248c228d5751" providerId="LiveId" clId="{BC3AD439-EA75-47CC-AFFB-98D1B066A9EB}" dt="2025-05-01T13:37:22.036" v="199" actId="47"/>
        <pc:sldMkLst>
          <pc:docMk/>
          <pc:sldMk cId="3418822909" sldId="276"/>
        </pc:sldMkLst>
      </pc:sldChg>
      <pc:sldChg chg="addSp delSp modSp mod ord">
        <pc:chgData name="Styxie x" userId="44e5248c228d5751" providerId="LiveId" clId="{BC3AD439-EA75-47CC-AFFB-98D1B066A9EB}" dt="2025-05-01T19:37:59.823" v="1564" actId="403"/>
        <pc:sldMkLst>
          <pc:docMk/>
          <pc:sldMk cId="2489761763" sldId="277"/>
        </pc:sldMkLst>
        <pc:spChg chg="mod">
          <ac:chgData name="Styxie x" userId="44e5248c228d5751" providerId="LiveId" clId="{BC3AD439-EA75-47CC-AFFB-98D1B066A9EB}" dt="2025-05-01T13:40:02.975" v="250" actId="27636"/>
          <ac:spMkLst>
            <pc:docMk/>
            <pc:sldMk cId="2489761763" sldId="277"/>
            <ac:spMk id="2" creationId="{E85538D4-4A98-2254-121C-27E5678ECFBE}"/>
          </ac:spMkLst>
        </pc:spChg>
        <pc:spChg chg="add del mod">
          <ac:chgData name="Styxie x" userId="44e5248c228d5751" providerId="LiveId" clId="{BC3AD439-EA75-47CC-AFFB-98D1B066A9EB}" dt="2025-05-01T13:40:39.519" v="257" actId="478"/>
          <ac:spMkLst>
            <pc:docMk/>
            <pc:sldMk cId="2489761763" sldId="277"/>
            <ac:spMk id="6" creationId="{935E8DD1-4C71-29B2-DDF6-760AFFF65829}"/>
          </ac:spMkLst>
        </pc:spChg>
        <pc:spChg chg="mod">
          <ac:chgData name="Styxie x" userId="44e5248c228d5751" providerId="LiveId" clId="{BC3AD439-EA75-47CC-AFFB-98D1B066A9EB}" dt="2025-05-01T19:37:59.823" v="1564" actId="403"/>
          <ac:spMkLst>
            <pc:docMk/>
            <pc:sldMk cId="2489761763" sldId="277"/>
            <ac:spMk id="8" creationId="{77388A81-9B5E-EB69-C302-5D49A204792A}"/>
          </ac:spMkLst>
        </pc:spChg>
        <pc:spChg chg="add mod">
          <ac:chgData name="Styxie x" userId="44e5248c228d5751" providerId="LiveId" clId="{BC3AD439-EA75-47CC-AFFB-98D1B066A9EB}" dt="2025-05-01T13:40:36.226" v="256"/>
          <ac:spMkLst>
            <pc:docMk/>
            <pc:sldMk cId="2489761763" sldId="277"/>
            <ac:spMk id="9" creationId="{39CDADF2-DF3C-D38B-C3BD-4DBCAF7F4F7D}"/>
          </ac:spMkLst>
        </pc:spChg>
        <pc:spChg chg="add mod">
          <ac:chgData name="Styxie x" userId="44e5248c228d5751" providerId="LiveId" clId="{BC3AD439-EA75-47CC-AFFB-98D1B066A9EB}" dt="2025-05-01T13:41:09.785" v="265"/>
          <ac:spMkLst>
            <pc:docMk/>
            <pc:sldMk cId="2489761763" sldId="277"/>
            <ac:spMk id="10" creationId="{3E0B21D0-CE82-D3C7-64F7-1F6361234B4C}"/>
          </ac:spMkLst>
        </pc:spChg>
        <pc:spChg chg="add mod">
          <ac:chgData name="Styxie x" userId="44e5248c228d5751" providerId="LiveId" clId="{BC3AD439-EA75-47CC-AFFB-98D1B066A9EB}" dt="2025-05-01T13:41:15.462" v="267"/>
          <ac:spMkLst>
            <pc:docMk/>
            <pc:sldMk cId="2489761763" sldId="277"/>
            <ac:spMk id="12" creationId="{C6EE5D1E-9E95-1AFD-F90B-3A59266C8D7F}"/>
          </ac:spMkLst>
        </pc:spChg>
        <pc:spChg chg="add mod">
          <ac:chgData name="Styxie x" userId="44e5248c228d5751" providerId="LiveId" clId="{BC3AD439-EA75-47CC-AFFB-98D1B066A9EB}" dt="2025-05-01T13:41:49.815" v="272" actId="207"/>
          <ac:spMkLst>
            <pc:docMk/>
            <pc:sldMk cId="2489761763" sldId="277"/>
            <ac:spMk id="14" creationId="{D65FA779-1A2A-0828-D273-AB79A6D0317E}"/>
          </ac:spMkLst>
        </pc:spChg>
        <pc:picChg chg="del">
          <ac:chgData name="Styxie x" userId="44e5248c228d5751" providerId="LiveId" clId="{BC3AD439-EA75-47CC-AFFB-98D1B066A9EB}" dt="2025-05-01T13:40:35.395" v="255" actId="478"/>
          <ac:picMkLst>
            <pc:docMk/>
            <pc:sldMk cId="2489761763" sldId="277"/>
            <ac:picMk id="3" creationId="{5013D743-A410-CCCE-A8BC-38D86B16637F}"/>
          </ac:picMkLst>
        </pc:picChg>
        <pc:picChg chg="del">
          <ac:chgData name="Styxie x" userId="44e5248c228d5751" providerId="LiveId" clId="{BC3AD439-EA75-47CC-AFFB-98D1B066A9EB}" dt="2025-05-01T13:40:34.136" v="254" actId="478"/>
          <ac:picMkLst>
            <pc:docMk/>
            <pc:sldMk cId="2489761763" sldId="277"/>
            <ac:picMk id="4" creationId="{2AF477EC-8978-D6F7-77DE-388D6CD1763A}"/>
          </ac:picMkLst>
        </pc:picChg>
        <pc:picChg chg="add mod">
          <ac:chgData name="Styxie x" userId="44e5248c228d5751" providerId="LiveId" clId="{BC3AD439-EA75-47CC-AFFB-98D1B066A9EB}" dt="2025-05-01T13:41:07.975" v="264"/>
          <ac:picMkLst>
            <pc:docMk/>
            <pc:sldMk cId="2489761763" sldId="277"/>
            <ac:picMk id="11" creationId="{850B54CA-D29D-FB66-A848-9F336037C408}"/>
          </ac:picMkLst>
        </pc:picChg>
        <pc:picChg chg="add mod">
          <ac:chgData name="Styxie x" userId="44e5248c228d5751" providerId="LiveId" clId="{BC3AD439-EA75-47CC-AFFB-98D1B066A9EB}" dt="2025-05-01T13:41:11.113" v="266"/>
          <ac:picMkLst>
            <pc:docMk/>
            <pc:sldMk cId="2489761763" sldId="277"/>
            <ac:picMk id="13" creationId="{0A5D0CEB-97DF-0E6D-7257-3935ABCDC66E}"/>
          </ac:picMkLst>
        </pc:picChg>
        <pc:picChg chg="add mod">
          <ac:chgData name="Styxie x" userId="44e5248c228d5751" providerId="LiveId" clId="{BC3AD439-EA75-47CC-AFFB-98D1B066A9EB}" dt="2025-05-01T13:41:22.166" v="269"/>
          <ac:picMkLst>
            <pc:docMk/>
            <pc:sldMk cId="2489761763" sldId="277"/>
            <ac:picMk id="15" creationId="{211F3DCA-322E-3B6D-98AB-0DB0A27E948A}"/>
          </ac:picMkLst>
        </pc:picChg>
      </pc:sldChg>
      <pc:sldChg chg="del">
        <pc:chgData name="Styxie x" userId="44e5248c228d5751" providerId="LiveId" clId="{BC3AD439-EA75-47CC-AFFB-98D1B066A9EB}" dt="2025-05-01T13:37:31.843" v="202" actId="47"/>
        <pc:sldMkLst>
          <pc:docMk/>
          <pc:sldMk cId="712034602" sldId="278"/>
        </pc:sldMkLst>
      </pc:sldChg>
      <pc:sldChg chg="del">
        <pc:chgData name="Styxie x" userId="44e5248c228d5751" providerId="LiveId" clId="{BC3AD439-EA75-47CC-AFFB-98D1B066A9EB}" dt="2025-05-01T13:37:33.380" v="203" actId="47"/>
        <pc:sldMkLst>
          <pc:docMk/>
          <pc:sldMk cId="3562657106" sldId="282"/>
        </pc:sldMkLst>
      </pc:sldChg>
      <pc:sldChg chg="del">
        <pc:chgData name="Styxie x" userId="44e5248c228d5751" providerId="LiveId" clId="{BC3AD439-EA75-47CC-AFFB-98D1B066A9EB}" dt="2025-05-01T13:37:37.624" v="204" actId="47"/>
        <pc:sldMkLst>
          <pc:docMk/>
          <pc:sldMk cId="2560665308" sldId="285"/>
        </pc:sldMkLst>
      </pc:sldChg>
      <pc:sldChg chg="del">
        <pc:chgData name="Styxie x" userId="44e5248c228d5751" providerId="LiveId" clId="{BC3AD439-EA75-47CC-AFFB-98D1B066A9EB}" dt="2025-05-01T13:37:44.119" v="205" actId="47"/>
        <pc:sldMkLst>
          <pc:docMk/>
          <pc:sldMk cId="1479545642" sldId="286"/>
        </pc:sldMkLst>
      </pc:sldChg>
      <pc:sldChg chg="del">
        <pc:chgData name="Styxie x" userId="44e5248c228d5751" providerId="LiveId" clId="{BC3AD439-EA75-47CC-AFFB-98D1B066A9EB}" dt="2025-05-01T13:37:45.613" v="206" actId="47"/>
        <pc:sldMkLst>
          <pc:docMk/>
          <pc:sldMk cId="2065613879" sldId="287"/>
        </pc:sldMkLst>
      </pc:sldChg>
      <pc:sldChg chg="del">
        <pc:chgData name="Styxie x" userId="44e5248c228d5751" providerId="LiveId" clId="{BC3AD439-EA75-47CC-AFFB-98D1B066A9EB}" dt="2025-05-01T13:37:48.421" v="207" actId="47"/>
        <pc:sldMkLst>
          <pc:docMk/>
          <pc:sldMk cId="2774640028" sldId="289"/>
        </pc:sldMkLst>
      </pc:sldChg>
      <pc:sldChg chg="del">
        <pc:chgData name="Styxie x" userId="44e5248c228d5751" providerId="LiveId" clId="{BC3AD439-EA75-47CC-AFFB-98D1B066A9EB}" dt="2025-05-01T13:37:51.494" v="208" actId="47"/>
        <pc:sldMkLst>
          <pc:docMk/>
          <pc:sldMk cId="819228769" sldId="290"/>
        </pc:sldMkLst>
      </pc:sldChg>
      <pc:sldChg chg="del">
        <pc:chgData name="Styxie x" userId="44e5248c228d5751" providerId="LiveId" clId="{BC3AD439-EA75-47CC-AFFB-98D1B066A9EB}" dt="2025-05-01T13:37:27.322" v="200" actId="47"/>
        <pc:sldMkLst>
          <pc:docMk/>
          <pc:sldMk cId="2724236639" sldId="292"/>
        </pc:sldMkLst>
      </pc:sldChg>
      <pc:sldChg chg="del">
        <pc:chgData name="Styxie x" userId="44e5248c228d5751" providerId="LiveId" clId="{BC3AD439-EA75-47CC-AFFB-98D1B066A9EB}" dt="2025-05-01T13:37:57.093" v="209" actId="47"/>
        <pc:sldMkLst>
          <pc:docMk/>
          <pc:sldMk cId="1237921426" sldId="293"/>
        </pc:sldMkLst>
      </pc:sldChg>
      <pc:sldChg chg="del">
        <pc:chgData name="Styxie x" userId="44e5248c228d5751" providerId="LiveId" clId="{BC3AD439-EA75-47CC-AFFB-98D1B066A9EB}" dt="2025-05-01T13:38:25.498" v="213" actId="47"/>
        <pc:sldMkLst>
          <pc:docMk/>
          <pc:sldMk cId="2028202109" sldId="294"/>
        </pc:sldMkLst>
      </pc:sldChg>
      <pc:sldChg chg="del">
        <pc:chgData name="Styxie x" userId="44e5248c228d5751" providerId="LiveId" clId="{BC3AD439-EA75-47CC-AFFB-98D1B066A9EB}" dt="2025-05-01T13:37:29.888" v="201" actId="47"/>
        <pc:sldMkLst>
          <pc:docMk/>
          <pc:sldMk cId="350710132" sldId="297"/>
        </pc:sldMkLst>
      </pc:sldChg>
      <pc:sldChg chg="del">
        <pc:chgData name="Styxie x" userId="44e5248c228d5751" providerId="LiveId" clId="{BC3AD439-EA75-47CC-AFFB-98D1B066A9EB}" dt="2025-05-01T13:38:29.025" v="215" actId="47"/>
        <pc:sldMkLst>
          <pc:docMk/>
          <pc:sldMk cId="2312348673" sldId="298"/>
        </pc:sldMkLst>
      </pc:sldChg>
      <pc:sldChg chg="del">
        <pc:chgData name="Styxie x" userId="44e5248c228d5751" providerId="LiveId" clId="{BC3AD439-EA75-47CC-AFFB-98D1B066A9EB}" dt="2025-05-01T13:38:31.422" v="216" actId="47"/>
        <pc:sldMkLst>
          <pc:docMk/>
          <pc:sldMk cId="2718783700" sldId="300"/>
        </pc:sldMkLst>
      </pc:sldChg>
      <pc:sldChg chg="del">
        <pc:chgData name="Styxie x" userId="44e5248c228d5751" providerId="LiveId" clId="{BC3AD439-EA75-47CC-AFFB-98D1B066A9EB}" dt="2025-05-01T13:38:27.664" v="214" actId="47"/>
        <pc:sldMkLst>
          <pc:docMk/>
          <pc:sldMk cId="2935233943" sldId="301"/>
        </pc:sldMkLst>
      </pc:sldChg>
      <pc:sldChg chg="addSp modSp mod ord">
        <pc:chgData name="Styxie x" userId="44e5248c228d5751" providerId="LiveId" clId="{BC3AD439-EA75-47CC-AFFB-98D1B066A9EB}" dt="2025-05-02T11:15:31.861" v="2274" actId="1076"/>
        <pc:sldMkLst>
          <pc:docMk/>
          <pc:sldMk cId="2264781907" sldId="302"/>
        </pc:sldMkLst>
        <pc:spChg chg="mod">
          <ac:chgData name="Styxie x" userId="44e5248c228d5751" providerId="LiveId" clId="{BC3AD439-EA75-47CC-AFFB-98D1B066A9EB}" dt="2025-05-01T19:39:35.362" v="1626" actId="403"/>
          <ac:spMkLst>
            <pc:docMk/>
            <pc:sldMk cId="2264781907" sldId="302"/>
            <ac:spMk id="8" creationId="{A99D3EAC-125A-9165-7691-9A03E7826437}"/>
          </ac:spMkLst>
        </pc:spChg>
        <pc:picChg chg="add mod">
          <ac:chgData name="Styxie x" userId="44e5248c228d5751" providerId="LiveId" clId="{BC3AD439-EA75-47CC-AFFB-98D1B066A9EB}" dt="2025-05-02T11:15:27.166" v="2272" actId="1076"/>
          <ac:picMkLst>
            <pc:docMk/>
            <pc:sldMk cId="2264781907" sldId="302"/>
            <ac:picMk id="4" creationId="{3AF2BEB1-2DC8-FC6C-0507-66D376AE05AB}"/>
          </ac:picMkLst>
        </pc:picChg>
        <pc:picChg chg="mod">
          <ac:chgData name="Styxie x" userId="44e5248c228d5751" providerId="LiveId" clId="{BC3AD439-EA75-47CC-AFFB-98D1B066A9EB}" dt="2025-05-02T11:15:28.695" v="2273" actId="1076"/>
          <ac:picMkLst>
            <pc:docMk/>
            <pc:sldMk cId="2264781907" sldId="302"/>
            <ac:picMk id="1026" creationId="{1764E54E-E689-1BAD-855F-1476A5DC53C2}"/>
          </ac:picMkLst>
        </pc:picChg>
        <pc:picChg chg="mod">
          <ac:chgData name="Styxie x" userId="44e5248c228d5751" providerId="LiveId" clId="{BC3AD439-EA75-47CC-AFFB-98D1B066A9EB}" dt="2025-05-02T11:15:31.861" v="2274" actId="1076"/>
          <ac:picMkLst>
            <pc:docMk/>
            <pc:sldMk cId="2264781907" sldId="302"/>
            <ac:picMk id="1028" creationId="{7E604B1E-8670-1FCF-F628-9CC15794CAF5}"/>
          </ac:picMkLst>
        </pc:picChg>
      </pc:sldChg>
      <pc:sldChg chg="modSp mod">
        <pc:chgData name="Styxie x" userId="44e5248c228d5751" providerId="LiveId" clId="{BC3AD439-EA75-47CC-AFFB-98D1B066A9EB}" dt="2025-05-01T19:41:21.722" v="1653" actId="403"/>
        <pc:sldMkLst>
          <pc:docMk/>
          <pc:sldMk cId="854629891" sldId="303"/>
        </pc:sldMkLst>
        <pc:spChg chg="mod">
          <ac:chgData name="Styxie x" userId="44e5248c228d5751" providerId="LiveId" clId="{BC3AD439-EA75-47CC-AFFB-98D1B066A9EB}" dt="2025-05-01T19:41:21.722" v="1653" actId="403"/>
          <ac:spMkLst>
            <pc:docMk/>
            <pc:sldMk cId="854629891" sldId="303"/>
            <ac:spMk id="5" creationId="{4EC30570-35F6-DA14-120F-7D267C76705D}"/>
          </ac:spMkLst>
        </pc:spChg>
      </pc:sldChg>
      <pc:sldChg chg="modSp mod">
        <pc:chgData name="Styxie x" userId="44e5248c228d5751" providerId="LiveId" clId="{BC3AD439-EA75-47CC-AFFB-98D1B066A9EB}" dt="2025-05-01T19:41:27.830" v="1657" actId="403"/>
        <pc:sldMkLst>
          <pc:docMk/>
          <pc:sldMk cId="715733024" sldId="304"/>
        </pc:sldMkLst>
        <pc:spChg chg="mod">
          <ac:chgData name="Styxie x" userId="44e5248c228d5751" providerId="LiveId" clId="{BC3AD439-EA75-47CC-AFFB-98D1B066A9EB}" dt="2025-05-01T19:41:27.830" v="1657" actId="403"/>
          <ac:spMkLst>
            <pc:docMk/>
            <pc:sldMk cId="715733024" sldId="304"/>
            <ac:spMk id="5" creationId="{319119CA-9F64-2495-109E-CF56CBCCF913}"/>
          </ac:spMkLst>
        </pc:spChg>
      </pc:sldChg>
      <pc:sldChg chg="add del">
        <pc:chgData name="Styxie x" userId="44e5248c228d5751" providerId="LiveId" clId="{BC3AD439-EA75-47CC-AFFB-98D1B066A9EB}" dt="2025-05-02T08:05:41.672" v="1668"/>
        <pc:sldMkLst>
          <pc:docMk/>
          <pc:sldMk cId="2877027844" sldId="305"/>
        </pc:sldMkLst>
      </pc:sldChg>
      <pc:sldChg chg="add del">
        <pc:chgData name="Styxie x" userId="44e5248c228d5751" providerId="LiveId" clId="{BC3AD439-EA75-47CC-AFFB-98D1B066A9EB}" dt="2025-05-02T08:05:41.672" v="1668"/>
        <pc:sldMkLst>
          <pc:docMk/>
          <pc:sldMk cId="459590912" sldId="306"/>
        </pc:sldMkLst>
      </pc:sldChg>
      <pc:sldChg chg="addSp modSp mod">
        <pc:chgData name="Styxie x" userId="44e5248c228d5751" providerId="LiveId" clId="{BC3AD439-EA75-47CC-AFFB-98D1B066A9EB}" dt="2025-05-02T10:56:10.421" v="1815" actId="20577"/>
        <pc:sldMkLst>
          <pc:docMk/>
          <pc:sldMk cId="4183765091" sldId="307"/>
        </pc:sldMkLst>
        <pc:spChg chg="add mod">
          <ac:chgData name="Styxie x" userId="44e5248c228d5751" providerId="LiveId" clId="{BC3AD439-EA75-47CC-AFFB-98D1B066A9EB}" dt="2025-05-02T10:56:10.421" v="1815" actId="20577"/>
          <ac:spMkLst>
            <pc:docMk/>
            <pc:sldMk cId="4183765091" sldId="307"/>
            <ac:spMk id="2" creationId="{7515A89D-BE03-2B61-7E2E-D8A781043D97}"/>
          </ac:spMkLst>
        </pc:spChg>
        <pc:spChg chg="mod">
          <ac:chgData name="Styxie x" userId="44e5248c228d5751" providerId="LiveId" clId="{BC3AD439-EA75-47CC-AFFB-98D1B066A9EB}" dt="2025-05-02T10:55:46.719" v="1801" actId="313"/>
          <ac:spMkLst>
            <pc:docMk/>
            <pc:sldMk cId="4183765091" sldId="307"/>
            <ac:spMk id="4" creationId="{EA7B8470-A6E9-2995-1FC1-C9F46123F21D}"/>
          </ac:spMkLst>
        </pc:spChg>
        <pc:spChg chg="mod">
          <ac:chgData name="Styxie x" userId="44e5248c228d5751" providerId="LiveId" clId="{BC3AD439-EA75-47CC-AFFB-98D1B066A9EB}" dt="2025-05-01T19:41:12.959" v="1649" actId="404"/>
          <ac:spMkLst>
            <pc:docMk/>
            <pc:sldMk cId="4183765091" sldId="307"/>
            <ac:spMk id="8" creationId="{B9600F47-817D-3F22-4F9E-9014FA5F336A}"/>
          </ac:spMkLst>
        </pc:spChg>
        <pc:spChg chg="mod">
          <ac:chgData name="Styxie x" userId="44e5248c228d5751" providerId="LiveId" clId="{BC3AD439-EA75-47CC-AFFB-98D1B066A9EB}" dt="2025-05-02T10:55:50.983" v="1802" actId="21"/>
          <ac:spMkLst>
            <pc:docMk/>
            <pc:sldMk cId="4183765091" sldId="307"/>
            <ac:spMk id="9" creationId="{2C86238B-8C3E-D766-8040-419DE425BE69}"/>
          </ac:spMkLst>
        </pc:spChg>
      </pc:sldChg>
      <pc:sldChg chg="modSp mod ord">
        <pc:chgData name="Styxie x" userId="44e5248c228d5751" providerId="LiveId" clId="{BC3AD439-EA75-47CC-AFFB-98D1B066A9EB}" dt="2025-05-02T11:03:52.094" v="2258" actId="20577"/>
        <pc:sldMkLst>
          <pc:docMk/>
          <pc:sldMk cId="1713950367" sldId="308"/>
        </pc:sldMkLst>
        <pc:spChg chg="mod">
          <ac:chgData name="Styxie x" userId="44e5248c228d5751" providerId="LiveId" clId="{BC3AD439-EA75-47CC-AFFB-98D1B066A9EB}" dt="2025-05-01T19:39:40.785" v="1630" actId="403"/>
          <ac:spMkLst>
            <pc:docMk/>
            <pc:sldMk cId="1713950367" sldId="308"/>
            <ac:spMk id="8" creationId="{1B837DA7-FE7F-374E-6D9D-170844107C4E}"/>
          </ac:spMkLst>
        </pc:spChg>
        <pc:spChg chg="mod">
          <ac:chgData name="Styxie x" userId="44e5248c228d5751" providerId="LiveId" clId="{BC3AD439-EA75-47CC-AFFB-98D1B066A9EB}" dt="2025-05-02T11:03:52.094" v="2258" actId="20577"/>
          <ac:spMkLst>
            <pc:docMk/>
            <pc:sldMk cId="1713950367" sldId="308"/>
            <ac:spMk id="12" creationId="{3BD6721C-F990-3993-8FD9-6B0ACBD0D1BD}"/>
          </ac:spMkLst>
        </pc:spChg>
        <pc:graphicFrameChg chg="mod modGraphic">
          <ac:chgData name="Styxie x" userId="44e5248c228d5751" providerId="LiveId" clId="{BC3AD439-EA75-47CC-AFFB-98D1B066A9EB}" dt="2025-05-01T18:28:32.092" v="1184" actId="313"/>
          <ac:graphicFrameMkLst>
            <pc:docMk/>
            <pc:sldMk cId="1713950367" sldId="308"/>
            <ac:graphicFrameMk id="9" creationId="{136C9EC4-B8C5-C9D7-CF3C-20E4339CFFE1}"/>
          </ac:graphicFrameMkLst>
        </pc:graphicFrameChg>
      </pc:sldChg>
      <pc:sldChg chg="modSp mod">
        <pc:chgData name="Styxie x" userId="44e5248c228d5751" providerId="LiveId" clId="{BC3AD439-EA75-47CC-AFFB-98D1B066A9EB}" dt="2025-05-01T19:39:58.638" v="1644" actId="403"/>
        <pc:sldMkLst>
          <pc:docMk/>
          <pc:sldMk cId="361458950" sldId="309"/>
        </pc:sldMkLst>
        <pc:spChg chg="mod">
          <ac:chgData name="Styxie x" userId="44e5248c228d5751" providerId="LiveId" clId="{BC3AD439-EA75-47CC-AFFB-98D1B066A9EB}" dt="2025-05-01T19:35:25.092" v="1501" actId="1076"/>
          <ac:spMkLst>
            <pc:docMk/>
            <pc:sldMk cId="361458950" sldId="309"/>
            <ac:spMk id="4" creationId="{794D3C54-05B5-F35A-057F-6E0E80CE5F20}"/>
          </ac:spMkLst>
        </pc:spChg>
        <pc:spChg chg="mod">
          <ac:chgData name="Styxie x" userId="44e5248c228d5751" providerId="LiveId" clId="{BC3AD439-EA75-47CC-AFFB-98D1B066A9EB}" dt="2025-05-01T19:39:58.638" v="1644" actId="403"/>
          <ac:spMkLst>
            <pc:docMk/>
            <pc:sldMk cId="361458950" sldId="309"/>
            <ac:spMk id="8" creationId="{D3853C65-21B0-3775-B21F-AD093513831A}"/>
          </ac:spMkLst>
        </pc:spChg>
        <pc:spChg chg="mod">
          <ac:chgData name="Styxie x" userId="44e5248c228d5751" providerId="LiveId" clId="{BC3AD439-EA75-47CC-AFFB-98D1B066A9EB}" dt="2025-05-01T19:34:41.032" v="1496"/>
          <ac:spMkLst>
            <pc:docMk/>
            <pc:sldMk cId="361458950" sldId="309"/>
            <ac:spMk id="9" creationId="{6DF360B0-98EA-92CC-820E-876741E27C64}"/>
          </ac:spMkLst>
        </pc:spChg>
      </pc:sldChg>
      <pc:sldChg chg="modSp add del mod ord modNotesTx">
        <pc:chgData name="Styxie x" userId="44e5248c228d5751" providerId="LiveId" clId="{BC3AD439-EA75-47CC-AFFB-98D1B066A9EB}" dt="2025-05-01T19:39:48.700" v="1636" actId="404"/>
        <pc:sldMkLst>
          <pc:docMk/>
          <pc:sldMk cId="2961752762" sldId="310"/>
        </pc:sldMkLst>
        <pc:spChg chg="mod">
          <ac:chgData name="Styxie x" userId="44e5248c228d5751" providerId="LiveId" clId="{BC3AD439-EA75-47CC-AFFB-98D1B066A9EB}" dt="2025-05-01T19:39:48.700" v="1636" actId="404"/>
          <ac:spMkLst>
            <pc:docMk/>
            <pc:sldMk cId="2961752762" sldId="310"/>
            <ac:spMk id="8" creationId="{1C406960-190F-D2F7-5975-609E3B3967C3}"/>
          </ac:spMkLst>
        </pc:spChg>
        <pc:spChg chg="mod">
          <ac:chgData name="Styxie x" userId="44e5248c228d5751" providerId="LiveId" clId="{BC3AD439-EA75-47CC-AFFB-98D1B066A9EB}" dt="2025-05-01T17:45:45.588" v="739"/>
          <ac:spMkLst>
            <pc:docMk/>
            <pc:sldMk cId="2961752762" sldId="310"/>
            <ac:spMk id="9" creationId="{B04C11A7-DBAE-872B-B3ED-18291C0F548D}"/>
          </ac:spMkLst>
        </pc:spChg>
      </pc:sldChg>
      <pc:sldChg chg="modSp add del mod ord">
        <pc:chgData name="Styxie x" userId="44e5248c228d5751" providerId="LiveId" clId="{BC3AD439-EA75-47CC-AFFB-98D1B066A9EB}" dt="2025-05-01T17:27:03.732" v="630" actId="2696"/>
        <pc:sldMkLst>
          <pc:docMk/>
          <pc:sldMk cId="515803762" sldId="311"/>
        </pc:sldMkLst>
        <pc:spChg chg="mod">
          <ac:chgData name="Styxie x" userId="44e5248c228d5751" providerId="LiveId" clId="{BC3AD439-EA75-47CC-AFFB-98D1B066A9EB}" dt="2025-05-01T13:55:05.417" v="284" actId="20577"/>
          <ac:spMkLst>
            <pc:docMk/>
            <pc:sldMk cId="515803762" sldId="311"/>
            <ac:spMk id="2" creationId="{CBF31EAA-353C-8DD8-D05C-7F38B940CFC9}"/>
          </ac:spMkLst>
        </pc:spChg>
        <pc:picChg chg="mod">
          <ac:chgData name="Styxie x" userId="44e5248c228d5751" providerId="LiveId" clId="{BC3AD439-EA75-47CC-AFFB-98D1B066A9EB}" dt="2025-05-01T13:55:13.671" v="287" actId="1076"/>
          <ac:picMkLst>
            <pc:docMk/>
            <pc:sldMk cId="515803762" sldId="311"/>
            <ac:picMk id="3" creationId="{030D5CEE-4E7E-B1D5-1D95-B0A78FE5FEE4}"/>
          </ac:picMkLst>
        </pc:picChg>
      </pc:sldChg>
      <pc:sldChg chg="addSp delSp modSp add mod">
        <pc:chgData name="Styxie x" userId="44e5248c228d5751" providerId="LiveId" clId="{BC3AD439-EA75-47CC-AFFB-98D1B066A9EB}" dt="2025-05-02T08:49:07.342" v="1715" actId="1076"/>
        <pc:sldMkLst>
          <pc:docMk/>
          <pc:sldMk cId="2065251002" sldId="311"/>
        </pc:sldMkLst>
        <pc:spChg chg="add del mod">
          <ac:chgData name="Styxie x" userId="44e5248c228d5751" providerId="LiveId" clId="{BC3AD439-EA75-47CC-AFFB-98D1B066A9EB}" dt="2025-05-01T17:27:52.949" v="653" actId="20577"/>
          <ac:spMkLst>
            <pc:docMk/>
            <pc:sldMk cId="2065251002" sldId="311"/>
            <ac:spMk id="2" creationId="{CBF31EAA-353C-8DD8-D05C-7F38B940CFC9}"/>
          </ac:spMkLst>
        </pc:spChg>
        <pc:spChg chg="add del mod">
          <ac:chgData name="Styxie x" userId="44e5248c228d5751" providerId="LiveId" clId="{BC3AD439-EA75-47CC-AFFB-98D1B066A9EB}" dt="2025-05-01T17:27:28.742" v="637"/>
          <ac:spMkLst>
            <pc:docMk/>
            <pc:sldMk cId="2065251002" sldId="311"/>
            <ac:spMk id="5" creationId="{86617A26-C506-0FE4-B87C-AC07D0280D8C}"/>
          </ac:spMkLst>
        </pc:spChg>
        <pc:spChg chg="add mod">
          <ac:chgData name="Styxie x" userId="44e5248c228d5751" providerId="LiveId" clId="{BC3AD439-EA75-47CC-AFFB-98D1B066A9EB}" dt="2025-05-01T17:27:47.232" v="643"/>
          <ac:spMkLst>
            <pc:docMk/>
            <pc:sldMk cId="2065251002" sldId="311"/>
            <ac:spMk id="6" creationId="{5B5E3FFF-AF4B-C5F6-A39E-5342AED5D281}"/>
          </ac:spMkLst>
        </pc:spChg>
        <pc:spChg chg="mod">
          <ac:chgData name="Styxie x" userId="44e5248c228d5751" providerId="LiveId" clId="{BC3AD439-EA75-47CC-AFFB-98D1B066A9EB}" dt="2025-05-01T19:38:32.289" v="1584" actId="403"/>
          <ac:spMkLst>
            <pc:docMk/>
            <pc:sldMk cId="2065251002" sldId="311"/>
            <ac:spMk id="8" creationId="{8431458E-9021-1F67-4033-46AAFE26BD88}"/>
          </ac:spMkLst>
        </pc:spChg>
        <pc:spChg chg="add del mod">
          <ac:chgData name="Styxie x" userId="44e5248c228d5751" providerId="LiveId" clId="{BC3AD439-EA75-47CC-AFFB-98D1B066A9EB}" dt="2025-05-01T17:27:46.337" v="642" actId="478"/>
          <ac:spMkLst>
            <pc:docMk/>
            <pc:sldMk cId="2065251002" sldId="311"/>
            <ac:spMk id="10" creationId="{C14D2F60-8B15-B75E-B5E3-B00B979C4EC1}"/>
          </ac:spMkLst>
        </pc:spChg>
        <pc:spChg chg="add del mod">
          <ac:chgData name="Styxie x" userId="44e5248c228d5751" providerId="LiveId" clId="{BC3AD439-EA75-47CC-AFFB-98D1B066A9EB}" dt="2025-05-01T17:41:17.367" v="697" actId="478"/>
          <ac:spMkLst>
            <pc:docMk/>
            <pc:sldMk cId="2065251002" sldId="311"/>
            <ac:spMk id="12" creationId="{CA827D92-2113-212E-6CE6-28276EC02546}"/>
          </ac:spMkLst>
        </pc:spChg>
        <pc:picChg chg="del">
          <ac:chgData name="Styxie x" userId="44e5248c228d5751" providerId="LiveId" clId="{BC3AD439-EA75-47CC-AFFB-98D1B066A9EB}" dt="2025-05-01T17:29:03.460" v="663" actId="478"/>
          <ac:picMkLst>
            <pc:docMk/>
            <pc:sldMk cId="2065251002" sldId="311"/>
            <ac:picMk id="3" creationId="{030D5CEE-4E7E-B1D5-1D95-B0A78FE5FEE4}"/>
          </ac:picMkLst>
        </pc:picChg>
        <pc:picChg chg="del">
          <ac:chgData name="Styxie x" userId="44e5248c228d5751" providerId="LiveId" clId="{BC3AD439-EA75-47CC-AFFB-98D1B066A9EB}" dt="2025-05-01T17:29:01.789" v="662" actId="478"/>
          <ac:picMkLst>
            <pc:docMk/>
            <pc:sldMk cId="2065251002" sldId="311"/>
            <ac:picMk id="4" creationId="{7848AB4C-4C3D-A04D-AA1C-AF5D060E895E}"/>
          </ac:picMkLst>
        </pc:picChg>
        <pc:picChg chg="add mod">
          <ac:chgData name="Styxie x" userId="44e5248c228d5751" providerId="LiveId" clId="{BC3AD439-EA75-47CC-AFFB-98D1B066A9EB}" dt="2025-05-02T08:48:59.254" v="1714" actId="1076"/>
          <ac:picMkLst>
            <pc:docMk/>
            <pc:sldMk cId="2065251002" sldId="311"/>
            <ac:picMk id="5" creationId="{20BF3905-B21C-2370-20DD-A9F0C932D392}"/>
          </ac:picMkLst>
        </pc:picChg>
        <pc:picChg chg="add mod">
          <ac:chgData name="Styxie x" userId="44e5248c228d5751" providerId="LiveId" clId="{BC3AD439-EA75-47CC-AFFB-98D1B066A9EB}" dt="2025-05-01T17:29:23.655" v="664"/>
          <ac:picMkLst>
            <pc:docMk/>
            <pc:sldMk cId="2065251002" sldId="311"/>
            <ac:picMk id="13" creationId="{1D05224A-AACA-2176-204B-B382D8B8C7BB}"/>
          </ac:picMkLst>
        </pc:picChg>
        <pc:picChg chg="add del mod modCrop">
          <ac:chgData name="Styxie x" userId="44e5248c228d5751" providerId="LiveId" clId="{BC3AD439-EA75-47CC-AFFB-98D1B066A9EB}" dt="2025-05-01T17:41:21.273" v="699" actId="478"/>
          <ac:picMkLst>
            <pc:docMk/>
            <pc:sldMk cId="2065251002" sldId="311"/>
            <ac:picMk id="14" creationId="{9B32C724-DBCE-3B21-FCE5-2A17183C13DB}"/>
          </ac:picMkLst>
        </pc:picChg>
        <pc:picChg chg="add mod modCrop">
          <ac:chgData name="Styxie x" userId="44e5248c228d5751" providerId="LiveId" clId="{BC3AD439-EA75-47CC-AFFB-98D1B066A9EB}" dt="2025-05-02T08:48:52.996" v="1713" actId="732"/>
          <ac:picMkLst>
            <pc:docMk/>
            <pc:sldMk cId="2065251002" sldId="311"/>
            <ac:picMk id="16" creationId="{BBF791DB-EDDE-74E7-A8A5-9C30D07A2CDD}"/>
          </ac:picMkLst>
        </pc:picChg>
        <pc:picChg chg="add mod modCrop">
          <ac:chgData name="Styxie x" userId="44e5248c228d5751" providerId="LiveId" clId="{BC3AD439-EA75-47CC-AFFB-98D1B066A9EB}" dt="2025-05-02T08:48:02.572" v="1701" actId="1076"/>
          <ac:picMkLst>
            <pc:docMk/>
            <pc:sldMk cId="2065251002" sldId="311"/>
            <ac:picMk id="18" creationId="{BE39A7A8-4CC8-AF0D-04ED-1948B0DEEEC6}"/>
          </ac:picMkLst>
        </pc:picChg>
        <pc:picChg chg="add mod modCrop">
          <ac:chgData name="Styxie x" userId="44e5248c228d5751" providerId="LiveId" clId="{BC3AD439-EA75-47CC-AFFB-98D1B066A9EB}" dt="2025-05-02T08:48:00.385" v="1700" actId="1076"/>
          <ac:picMkLst>
            <pc:docMk/>
            <pc:sldMk cId="2065251002" sldId="311"/>
            <ac:picMk id="20" creationId="{C97263D6-9986-F641-843E-FCA485CF4626}"/>
          </ac:picMkLst>
        </pc:picChg>
        <pc:picChg chg="add mod">
          <ac:chgData name="Styxie x" userId="44e5248c228d5751" providerId="LiveId" clId="{BC3AD439-EA75-47CC-AFFB-98D1B066A9EB}" dt="2025-05-02T08:49:07.342" v="1715" actId="1076"/>
          <ac:picMkLst>
            <pc:docMk/>
            <pc:sldMk cId="2065251002" sldId="311"/>
            <ac:picMk id="22" creationId="{61563D19-A0E2-1F36-715F-C97B4F266F7F}"/>
          </ac:picMkLst>
        </pc:picChg>
        <pc:picChg chg="add del mod">
          <ac:chgData name="Styxie x" userId="44e5248c228d5751" providerId="LiveId" clId="{BC3AD439-EA75-47CC-AFFB-98D1B066A9EB}" dt="2025-05-02T08:48:09.127" v="1704" actId="478"/>
          <ac:picMkLst>
            <pc:docMk/>
            <pc:sldMk cId="2065251002" sldId="311"/>
            <ac:picMk id="24" creationId="{79E0DA6C-D2BB-DE7F-227E-E6377B978A63}"/>
          </ac:picMkLst>
        </pc:picChg>
      </pc:sldChg>
      <pc:sldChg chg="modSp new del mod">
        <pc:chgData name="Styxie x" userId="44e5248c228d5751" providerId="LiveId" clId="{BC3AD439-EA75-47CC-AFFB-98D1B066A9EB}" dt="2025-05-01T13:39:14.742" v="224" actId="680"/>
        <pc:sldMkLst>
          <pc:docMk/>
          <pc:sldMk cId="3283318118" sldId="311"/>
        </pc:sldMkLst>
        <pc:spChg chg="mod">
          <ac:chgData name="Styxie x" userId="44e5248c228d5751" providerId="LiveId" clId="{BC3AD439-EA75-47CC-AFFB-98D1B066A9EB}" dt="2025-05-01T13:39:13.816" v="223"/>
          <ac:spMkLst>
            <pc:docMk/>
            <pc:sldMk cId="3283318118" sldId="311"/>
            <ac:spMk id="2" creationId="{B5E73EB7-FC22-2DA0-8D3B-0D903C483738}"/>
          </ac:spMkLst>
        </pc:spChg>
      </pc:sldChg>
      <pc:sldChg chg="addSp delSp modSp add mod ord">
        <pc:chgData name="Styxie x" userId="44e5248c228d5751" providerId="LiveId" clId="{BC3AD439-EA75-47CC-AFFB-98D1B066A9EB}" dt="2025-05-02T11:14:44.576" v="2269" actId="1036"/>
        <pc:sldMkLst>
          <pc:docMk/>
          <pc:sldMk cId="1009216722" sldId="312"/>
        </pc:sldMkLst>
        <pc:spChg chg="mod">
          <ac:chgData name="Styxie x" userId="44e5248c228d5751" providerId="LiveId" clId="{BC3AD439-EA75-47CC-AFFB-98D1B066A9EB}" dt="2025-05-01T13:56:06.902" v="304"/>
          <ac:spMkLst>
            <pc:docMk/>
            <pc:sldMk cId="1009216722" sldId="312"/>
            <ac:spMk id="2" creationId="{F87FA042-1168-5119-36EE-99FBE3E3C0E4}"/>
          </ac:spMkLst>
        </pc:spChg>
        <pc:spChg chg="add mod ord">
          <ac:chgData name="Styxie x" userId="44e5248c228d5751" providerId="LiveId" clId="{BC3AD439-EA75-47CC-AFFB-98D1B066A9EB}" dt="2025-05-02T11:05:11.720" v="2266" actId="207"/>
          <ac:spMkLst>
            <pc:docMk/>
            <pc:sldMk cId="1009216722" sldId="312"/>
            <ac:spMk id="3" creationId="{A9E04BDD-1218-202A-C020-3998C33D5017}"/>
          </ac:spMkLst>
        </pc:spChg>
        <pc:spChg chg="add mod ord">
          <ac:chgData name="Styxie x" userId="44e5248c228d5751" providerId="LiveId" clId="{BC3AD439-EA75-47CC-AFFB-98D1B066A9EB}" dt="2025-05-02T11:04:33.767" v="2263" actId="167"/>
          <ac:spMkLst>
            <pc:docMk/>
            <pc:sldMk cId="1009216722" sldId="312"/>
            <ac:spMk id="4" creationId="{3AA39142-3313-99EF-86FE-38E1B614DE1B}"/>
          </ac:spMkLst>
        </pc:spChg>
        <pc:spChg chg="mod">
          <ac:chgData name="Styxie x" userId="44e5248c228d5751" providerId="LiveId" clId="{BC3AD439-EA75-47CC-AFFB-98D1B066A9EB}" dt="2025-05-01T19:38:04.878" v="1568" actId="403"/>
          <ac:spMkLst>
            <pc:docMk/>
            <pc:sldMk cId="1009216722" sldId="312"/>
            <ac:spMk id="8" creationId="{AC618DEE-1C38-1ADB-27C2-522F07D1C858}"/>
          </ac:spMkLst>
        </pc:spChg>
        <pc:spChg chg="del mod">
          <ac:chgData name="Styxie x" userId="44e5248c228d5751" providerId="LiveId" clId="{BC3AD439-EA75-47CC-AFFB-98D1B066A9EB}" dt="2025-05-01T13:56:45.304" v="306" actId="478"/>
          <ac:spMkLst>
            <pc:docMk/>
            <pc:sldMk cId="1009216722" sldId="312"/>
            <ac:spMk id="9" creationId="{6399DB3D-4A38-6924-A002-603E311E5BFE}"/>
          </ac:spMkLst>
        </pc:spChg>
        <pc:spChg chg="del">
          <ac:chgData name="Styxie x" userId="44e5248c228d5751" providerId="LiveId" clId="{BC3AD439-EA75-47CC-AFFB-98D1B066A9EB}" dt="2025-05-01T13:56:48.052" v="307" actId="478"/>
          <ac:spMkLst>
            <pc:docMk/>
            <pc:sldMk cId="1009216722" sldId="312"/>
            <ac:spMk id="14" creationId="{21C3E80D-EC53-C2DB-C613-537D18BF1B27}"/>
          </ac:spMkLst>
        </pc:spChg>
        <pc:picChg chg="add del mod">
          <ac:chgData name="Styxie x" userId="44e5248c228d5751" providerId="LiveId" clId="{BC3AD439-EA75-47CC-AFFB-98D1B066A9EB}" dt="2025-05-01T16:51:11.143" v="312" actId="478"/>
          <ac:picMkLst>
            <pc:docMk/>
            <pc:sldMk cId="1009216722" sldId="312"/>
            <ac:picMk id="4" creationId="{0EC72639-EC88-6D44-812F-2687DFC8347A}"/>
          </ac:picMkLst>
        </pc:picChg>
        <pc:picChg chg="add mod ord">
          <ac:chgData name="Styxie x" userId="44e5248c228d5751" providerId="LiveId" clId="{BC3AD439-EA75-47CC-AFFB-98D1B066A9EB}" dt="2025-05-02T11:14:44.576" v="2269" actId="1036"/>
          <ac:picMkLst>
            <pc:docMk/>
            <pc:sldMk cId="1009216722" sldId="312"/>
            <ac:picMk id="6" creationId="{A8963722-9270-453E-C798-180E4EF8200F}"/>
          </ac:picMkLst>
        </pc:picChg>
        <pc:picChg chg="del">
          <ac:chgData name="Styxie x" userId="44e5248c228d5751" providerId="LiveId" clId="{BC3AD439-EA75-47CC-AFFB-98D1B066A9EB}" dt="2025-05-01T13:56:49.652" v="308" actId="478"/>
          <ac:picMkLst>
            <pc:docMk/>
            <pc:sldMk cId="1009216722" sldId="312"/>
            <ac:picMk id="15" creationId="{D676E0D4-7421-2B11-792B-77353CB9A5FB}"/>
          </ac:picMkLst>
        </pc:picChg>
      </pc:sldChg>
      <pc:sldChg chg="del">
        <pc:chgData name="Styxie x" userId="44e5248c228d5751" providerId="LiveId" clId="{BC3AD439-EA75-47CC-AFFB-98D1B066A9EB}" dt="2025-05-01T13:38:32.954" v="217" actId="47"/>
        <pc:sldMkLst>
          <pc:docMk/>
          <pc:sldMk cId="1353583145" sldId="312"/>
        </pc:sldMkLst>
      </pc:sldChg>
      <pc:sldChg chg="add del">
        <pc:chgData name="Styxie x" userId="44e5248c228d5751" providerId="LiveId" clId="{BC3AD439-EA75-47CC-AFFB-98D1B066A9EB}" dt="2025-05-01T13:39:30.862" v="227"/>
        <pc:sldMkLst>
          <pc:docMk/>
          <pc:sldMk cId="4099317520" sldId="312"/>
        </pc:sldMkLst>
      </pc:sldChg>
      <pc:sldChg chg="new del">
        <pc:chgData name="Styxie x" userId="44e5248c228d5751" providerId="LiveId" clId="{BC3AD439-EA75-47CC-AFFB-98D1B066A9EB}" dt="2025-05-01T16:55:33.572" v="318" actId="680"/>
        <pc:sldMkLst>
          <pc:docMk/>
          <pc:sldMk cId="682931345" sldId="313"/>
        </pc:sldMkLst>
      </pc:sldChg>
      <pc:sldChg chg="addSp delSp modSp add mod ord">
        <pc:chgData name="Styxie x" userId="44e5248c228d5751" providerId="LiveId" clId="{BC3AD439-EA75-47CC-AFFB-98D1B066A9EB}" dt="2025-05-02T08:44:08.153" v="1687" actId="1076"/>
        <pc:sldMkLst>
          <pc:docMk/>
          <pc:sldMk cId="1307954809" sldId="313"/>
        </pc:sldMkLst>
        <pc:spChg chg="mod">
          <ac:chgData name="Styxie x" userId="44e5248c228d5751" providerId="LiveId" clId="{BC3AD439-EA75-47CC-AFFB-98D1B066A9EB}" dt="2025-05-01T17:14:56.885" v="560" actId="20577"/>
          <ac:spMkLst>
            <pc:docMk/>
            <pc:sldMk cId="1307954809" sldId="313"/>
            <ac:spMk id="2" creationId="{61DE9B4A-5C35-3A4D-AAD0-0744D97C58F9}"/>
          </ac:spMkLst>
        </pc:spChg>
        <pc:spChg chg="add mod">
          <ac:chgData name="Styxie x" userId="44e5248c228d5751" providerId="LiveId" clId="{BC3AD439-EA75-47CC-AFFB-98D1B066A9EB}" dt="2025-05-02T08:44:08.153" v="1687" actId="1076"/>
          <ac:spMkLst>
            <pc:docMk/>
            <pc:sldMk cId="1307954809" sldId="313"/>
            <ac:spMk id="3" creationId="{EFCAD9C7-45CA-F1A9-46BD-71BCC25332C8}"/>
          </ac:spMkLst>
        </pc:spChg>
        <pc:spChg chg="add del">
          <ac:chgData name="Styxie x" userId="44e5248c228d5751" providerId="LiveId" clId="{BC3AD439-EA75-47CC-AFFB-98D1B066A9EB}" dt="2025-05-01T16:57:56.153" v="343" actId="22"/>
          <ac:spMkLst>
            <pc:docMk/>
            <pc:sldMk cId="1307954809" sldId="313"/>
            <ac:spMk id="5" creationId="{2A525F3A-2609-C4E1-DD92-216B4E0969C6}"/>
          </ac:spMkLst>
        </pc:spChg>
        <pc:spChg chg="mod">
          <ac:chgData name="Styxie x" userId="44e5248c228d5751" providerId="LiveId" clId="{BC3AD439-EA75-47CC-AFFB-98D1B066A9EB}" dt="2025-05-01T19:38:18.882" v="1576" actId="403"/>
          <ac:spMkLst>
            <pc:docMk/>
            <pc:sldMk cId="1307954809" sldId="313"/>
            <ac:spMk id="8" creationId="{CBE143FC-306E-200D-FB19-52AE1B69A01E}"/>
          </ac:spMkLst>
        </pc:spChg>
        <pc:picChg chg="del">
          <ac:chgData name="Styxie x" userId="44e5248c228d5751" providerId="LiveId" clId="{BC3AD439-EA75-47CC-AFFB-98D1B066A9EB}" dt="2025-05-01T16:56:09.979" v="331" actId="478"/>
          <ac:picMkLst>
            <pc:docMk/>
            <pc:sldMk cId="1307954809" sldId="313"/>
            <ac:picMk id="6" creationId="{D6812834-AB14-6DE2-B78A-E068DB6EFECC}"/>
          </ac:picMkLst>
        </pc:picChg>
      </pc:sldChg>
      <pc:sldChg chg="new del">
        <pc:chgData name="Styxie x" userId="44e5248c228d5751" providerId="LiveId" clId="{BC3AD439-EA75-47CC-AFFB-98D1B066A9EB}" dt="2025-05-01T17:16:11.481" v="580" actId="47"/>
        <pc:sldMkLst>
          <pc:docMk/>
          <pc:sldMk cId="3923182639" sldId="314"/>
        </pc:sldMkLst>
      </pc:sldChg>
      <pc:sldChg chg="new del">
        <pc:chgData name="Styxie x" userId="44e5248c228d5751" providerId="LiveId" clId="{BC3AD439-EA75-47CC-AFFB-98D1B066A9EB}" dt="2025-05-01T17:16:05.298" v="579" actId="47"/>
        <pc:sldMkLst>
          <pc:docMk/>
          <pc:sldMk cId="2267529892" sldId="315"/>
        </pc:sldMkLst>
      </pc:sldChg>
      <pc:sldChg chg="modSp add del mod ord">
        <pc:chgData name="Styxie x" userId="44e5248c228d5751" providerId="LiveId" clId="{BC3AD439-EA75-47CC-AFFB-98D1B066A9EB}" dt="2025-05-01T17:49:20.508" v="768" actId="47"/>
        <pc:sldMkLst>
          <pc:docMk/>
          <pc:sldMk cId="3163666602" sldId="316"/>
        </pc:sldMkLst>
        <pc:spChg chg="mod">
          <ac:chgData name="Styxie x" userId="44e5248c228d5751" providerId="LiveId" clId="{BC3AD439-EA75-47CC-AFFB-98D1B066A9EB}" dt="2025-05-01T17:16:48.270" v="606" actId="20577"/>
          <ac:spMkLst>
            <pc:docMk/>
            <pc:sldMk cId="3163666602" sldId="316"/>
            <ac:spMk id="2" creationId="{B07EDA14-B6D9-2A65-B182-E0A763CCD1DD}"/>
          </ac:spMkLst>
        </pc:spChg>
      </pc:sldChg>
      <pc:sldChg chg="addSp modSp add mod ord">
        <pc:chgData name="Styxie x" userId="44e5248c228d5751" providerId="LiveId" clId="{BC3AD439-EA75-47CC-AFFB-98D1B066A9EB}" dt="2025-05-01T19:39:23.897" v="1618" actId="403"/>
        <pc:sldMkLst>
          <pc:docMk/>
          <pc:sldMk cId="1102197686" sldId="317"/>
        </pc:sldMkLst>
        <pc:spChg chg="mod">
          <ac:chgData name="Styxie x" userId="44e5248c228d5751" providerId="LiveId" clId="{BC3AD439-EA75-47CC-AFFB-98D1B066A9EB}" dt="2025-05-01T17:26:22.925" v="629"/>
          <ac:spMkLst>
            <pc:docMk/>
            <pc:sldMk cId="1102197686" sldId="317"/>
            <ac:spMk id="2" creationId="{0D75051E-A06C-8A7E-3782-A35F9425B1C9}"/>
          </ac:spMkLst>
        </pc:spChg>
        <pc:spChg chg="mod">
          <ac:chgData name="Styxie x" userId="44e5248c228d5751" providerId="LiveId" clId="{BC3AD439-EA75-47CC-AFFB-98D1B066A9EB}" dt="2025-05-01T18:32:31.896" v="1258" actId="1076"/>
          <ac:spMkLst>
            <pc:docMk/>
            <pc:sldMk cId="1102197686" sldId="317"/>
            <ac:spMk id="3" creationId="{85C2CE01-9046-6255-F2E0-0A495BBDEF5E}"/>
          </ac:spMkLst>
        </pc:spChg>
        <pc:spChg chg="mod">
          <ac:chgData name="Styxie x" userId="44e5248c228d5751" providerId="LiveId" clId="{BC3AD439-EA75-47CC-AFFB-98D1B066A9EB}" dt="2025-05-01T19:39:23.897" v="1618" actId="403"/>
          <ac:spMkLst>
            <pc:docMk/>
            <pc:sldMk cId="1102197686" sldId="317"/>
            <ac:spMk id="8" creationId="{1D46981B-22CC-2C69-2B2C-AAE2DC49C56C}"/>
          </ac:spMkLst>
        </pc:spChg>
        <pc:picChg chg="add mod">
          <ac:chgData name="Styxie x" userId="44e5248c228d5751" providerId="LiveId" clId="{BC3AD439-EA75-47CC-AFFB-98D1B066A9EB}" dt="2025-05-01T18:32:57.886" v="1265" actId="1076"/>
          <ac:picMkLst>
            <pc:docMk/>
            <pc:sldMk cId="1102197686" sldId="317"/>
            <ac:picMk id="1026" creationId="{47F24401-7EEC-32C6-9B20-D2AD80489470}"/>
          </ac:picMkLst>
        </pc:picChg>
      </pc:sldChg>
      <pc:sldChg chg="new del">
        <pc:chgData name="Styxie x" userId="44e5248c228d5751" providerId="LiveId" clId="{BC3AD439-EA75-47CC-AFFB-98D1B066A9EB}" dt="2025-05-01T17:25:58.747" v="617" actId="680"/>
        <pc:sldMkLst>
          <pc:docMk/>
          <pc:sldMk cId="1124632309" sldId="317"/>
        </pc:sldMkLst>
      </pc:sldChg>
      <pc:sldChg chg="new del">
        <pc:chgData name="Styxie x" userId="44e5248c228d5751" providerId="LiveId" clId="{BC3AD439-EA75-47CC-AFFB-98D1B066A9EB}" dt="2025-05-01T17:27:10.514" v="633" actId="47"/>
        <pc:sldMkLst>
          <pc:docMk/>
          <pc:sldMk cId="1772850276" sldId="318"/>
        </pc:sldMkLst>
      </pc:sldChg>
      <pc:sldChg chg="delSp new del mod">
        <pc:chgData name="Styxie x" userId="44e5248c228d5751" providerId="LiveId" clId="{BC3AD439-EA75-47CC-AFFB-98D1B066A9EB}" dt="2025-05-01T17:28:59.564" v="661" actId="47"/>
        <pc:sldMkLst>
          <pc:docMk/>
          <pc:sldMk cId="1899574696" sldId="318"/>
        </pc:sldMkLst>
        <pc:spChg chg="del">
          <ac:chgData name="Styxie x" userId="44e5248c228d5751" providerId="LiveId" clId="{BC3AD439-EA75-47CC-AFFB-98D1B066A9EB}" dt="2025-05-01T17:28:35.936" v="655" actId="478"/>
          <ac:spMkLst>
            <pc:docMk/>
            <pc:sldMk cId="1899574696" sldId="318"/>
            <ac:spMk id="2" creationId="{762A0D3A-E39B-4F7D-DDD8-258BA05564FE}"/>
          </ac:spMkLst>
        </pc:spChg>
        <pc:spChg chg="del">
          <ac:chgData name="Styxie x" userId="44e5248c228d5751" providerId="LiveId" clId="{BC3AD439-EA75-47CC-AFFB-98D1B066A9EB}" dt="2025-05-01T17:28:39.749" v="656" actId="478"/>
          <ac:spMkLst>
            <pc:docMk/>
            <pc:sldMk cId="1899574696" sldId="318"/>
            <ac:spMk id="3" creationId="{FCE494E8-D6D3-2FA1-4BCC-7EC656EF64FD}"/>
          </ac:spMkLst>
        </pc:spChg>
        <pc:spChg chg="del">
          <ac:chgData name="Styxie x" userId="44e5248c228d5751" providerId="LiveId" clId="{BC3AD439-EA75-47CC-AFFB-98D1B066A9EB}" dt="2025-05-01T17:28:41.336" v="657" actId="478"/>
          <ac:spMkLst>
            <pc:docMk/>
            <pc:sldMk cId="1899574696" sldId="318"/>
            <ac:spMk id="4" creationId="{44CC47B3-1C37-BC1F-5BD3-65C88CE13F05}"/>
          </ac:spMkLst>
        </pc:spChg>
        <pc:spChg chg="del">
          <ac:chgData name="Styxie x" userId="44e5248c228d5751" providerId="LiveId" clId="{BC3AD439-EA75-47CC-AFFB-98D1B066A9EB}" dt="2025-05-01T17:28:43.280" v="658" actId="478"/>
          <ac:spMkLst>
            <pc:docMk/>
            <pc:sldMk cId="1899574696" sldId="318"/>
            <ac:spMk id="5" creationId="{F95CE43F-44D0-56FE-F76C-2A09AB70709D}"/>
          </ac:spMkLst>
        </pc:spChg>
        <pc:spChg chg="del">
          <ac:chgData name="Styxie x" userId="44e5248c228d5751" providerId="LiveId" clId="{BC3AD439-EA75-47CC-AFFB-98D1B066A9EB}" dt="2025-05-01T17:28:45.934" v="659" actId="478"/>
          <ac:spMkLst>
            <pc:docMk/>
            <pc:sldMk cId="1899574696" sldId="318"/>
            <ac:spMk id="6" creationId="{2865358E-E8B6-7E4A-3F07-891D8058A6B4}"/>
          </ac:spMkLst>
        </pc:spChg>
      </pc:sldChg>
      <pc:sldChg chg="add del">
        <pc:chgData name="Styxie x" userId="44e5248c228d5751" providerId="LiveId" clId="{BC3AD439-EA75-47CC-AFFB-98D1B066A9EB}" dt="2025-05-01T17:26:17.840" v="620"/>
        <pc:sldMkLst>
          <pc:docMk/>
          <pc:sldMk cId="2279740627" sldId="318"/>
        </pc:sldMkLst>
      </pc:sldChg>
      <pc:sldChg chg="addSp delSp modSp add mod">
        <pc:chgData name="Styxie x" userId="44e5248c228d5751" providerId="LiveId" clId="{BC3AD439-EA75-47CC-AFFB-98D1B066A9EB}" dt="2025-05-02T09:04:42.350" v="1728" actId="1076"/>
        <pc:sldMkLst>
          <pc:docMk/>
          <pc:sldMk cId="930243773" sldId="319"/>
        </pc:sldMkLst>
        <pc:spChg chg="add del mod">
          <ac:chgData name="Styxie x" userId="44e5248c228d5751" providerId="LiveId" clId="{BC3AD439-EA75-47CC-AFFB-98D1B066A9EB}" dt="2025-05-02T09:02:48.003" v="1722" actId="478"/>
          <ac:spMkLst>
            <pc:docMk/>
            <pc:sldMk cId="930243773" sldId="319"/>
            <ac:spMk id="6" creationId="{048F0E59-4CAE-0AC1-932C-68E157E7B7E6}"/>
          </ac:spMkLst>
        </pc:spChg>
        <pc:spChg chg="mod">
          <ac:chgData name="Styxie x" userId="44e5248c228d5751" providerId="LiveId" clId="{BC3AD439-EA75-47CC-AFFB-98D1B066A9EB}" dt="2025-05-01T19:38:38.959" v="1588" actId="403"/>
          <ac:spMkLst>
            <pc:docMk/>
            <pc:sldMk cId="930243773" sldId="319"/>
            <ac:spMk id="8" creationId="{E4E39261-32E1-0791-2C3E-3B9134B3EAA6}"/>
          </ac:spMkLst>
        </pc:spChg>
        <pc:picChg chg="del">
          <ac:chgData name="Styxie x" userId="44e5248c228d5751" providerId="LiveId" clId="{BC3AD439-EA75-47CC-AFFB-98D1B066A9EB}" dt="2025-05-02T09:02:35.996" v="1718" actId="478"/>
          <ac:picMkLst>
            <pc:docMk/>
            <pc:sldMk cId="930243773" sldId="319"/>
            <ac:picMk id="3" creationId="{1C76FD4F-85DE-2528-3CEB-D01686BFCC10}"/>
          </ac:picMkLst>
        </pc:picChg>
        <pc:picChg chg="add del mod">
          <ac:chgData name="Styxie x" userId="44e5248c228d5751" providerId="LiveId" clId="{BC3AD439-EA75-47CC-AFFB-98D1B066A9EB}" dt="2025-05-02T09:04:34.734" v="1725" actId="478"/>
          <ac:picMkLst>
            <pc:docMk/>
            <pc:sldMk cId="930243773" sldId="319"/>
            <ac:picMk id="10" creationId="{6035D9DA-D780-C9F7-89A4-DEF3B7D6CA2C}"/>
          </ac:picMkLst>
        </pc:picChg>
        <pc:picChg chg="add mod">
          <ac:chgData name="Styxie x" userId="44e5248c228d5751" providerId="LiveId" clId="{BC3AD439-EA75-47CC-AFFB-98D1B066A9EB}" dt="2025-05-02T09:04:42.350" v="1728" actId="1076"/>
          <ac:picMkLst>
            <pc:docMk/>
            <pc:sldMk cId="930243773" sldId="319"/>
            <ac:picMk id="1026" creationId="{47F9E110-BF9F-FDB2-4633-396C84454E05}"/>
          </ac:picMkLst>
        </pc:picChg>
      </pc:sldChg>
      <pc:sldChg chg="new del">
        <pc:chgData name="Styxie x" userId="44e5248c228d5751" providerId="LiveId" clId="{BC3AD439-EA75-47CC-AFFB-98D1B066A9EB}" dt="2025-05-01T17:29:50.127" v="668" actId="680"/>
        <pc:sldMkLst>
          <pc:docMk/>
          <pc:sldMk cId="75329157" sldId="320"/>
        </pc:sldMkLst>
      </pc:sldChg>
      <pc:sldChg chg="addSp delSp modSp add mod ord modShow">
        <pc:chgData name="Styxie x" userId="44e5248c228d5751" providerId="LiveId" clId="{BC3AD439-EA75-47CC-AFFB-98D1B066A9EB}" dt="2025-05-02T09:08:38.477" v="1735" actId="1076"/>
        <pc:sldMkLst>
          <pc:docMk/>
          <pc:sldMk cId="3043309872" sldId="320"/>
        </pc:sldMkLst>
        <pc:spChg chg="mod">
          <ac:chgData name="Styxie x" userId="44e5248c228d5751" providerId="LiveId" clId="{BC3AD439-EA75-47CC-AFFB-98D1B066A9EB}" dt="2025-05-01T19:38:12.475" v="1572" actId="403"/>
          <ac:spMkLst>
            <pc:docMk/>
            <pc:sldMk cId="3043309872" sldId="320"/>
            <ac:spMk id="8" creationId="{3BB79E4A-7A88-7C1F-5314-2E63890BC045}"/>
          </ac:spMkLst>
        </pc:spChg>
        <pc:spChg chg="del">
          <ac:chgData name="Styxie x" userId="44e5248c228d5751" providerId="LiveId" clId="{BC3AD439-EA75-47CC-AFFB-98D1B066A9EB}" dt="2025-05-01T17:29:57.356" v="671" actId="478"/>
          <ac:spMkLst>
            <pc:docMk/>
            <pc:sldMk cId="3043309872" sldId="320"/>
            <ac:spMk id="12" creationId="{809355B1-40F1-5234-A2E2-644D25E8A4E9}"/>
          </ac:spMkLst>
        </pc:spChg>
        <pc:picChg chg="add mod">
          <ac:chgData name="Styxie x" userId="44e5248c228d5751" providerId="LiveId" clId="{BC3AD439-EA75-47CC-AFFB-98D1B066A9EB}" dt="2025-05-02T09:08:34.213" v="1733" actId="1076"/>
          <ac:picMkLst>
            <pc:docMk/>
            <pc:sldMk cId="3043309872" sldId="320"/>
            <ac:picMk id="3" creationId="{61670684-1FCD-435A-24F1-4A6EC8FAA36D}"/>
          </ac:picMkLst>
        </pc:picChg>
        <pc:picChg chg="add del mod">
          <ac:chgData name="Styxie x" userId="44e5248c228d5751" providerId="LiveId" clId="{BC3AD439-EA75-47CC-AFFB-98D1B066A9EB}" dt="2025-05-01T17:31:16.112" v="680" actId="478"/>
          <ac:picMkLst>
            <pc:docMk/>
            <pc:sldMk cId="3043309872" sldId="320"/>
            <ac:picMk id="4" creationId="{438F8EA5-9C93-671C-0907-137F32B896CC}"/>
          </ac:picMkLst>
        </pc:picChg>
        <pc:picChg chg="add del mod">
          <ac:chgData name="Styxie x" userId="44e5248c228d5751" providerId="LiveId" clId="{BC3AD439-EA75-47CC-AFFB-98D1B066A9EB}" dt="2025-05-02T08:45:23.085" v="1688" actId="21"/>
          <ac:picMkLst>
            <pc:docMk/>
            <pc:sldMk cId="3043309872" sldId="320"/>
            <ac:picMk id="5" creationId="{20BF3905-B21C-2370-20DD-A9F0C932D392}"/>
          </ac:picMkLst>
        </pc:picChg>
        <pc:picChg chg="add mod">
          <ac:chgData name="Styxie x" userId="44e5248c228d5751" providerId="LiveId" clId="{BC3AD439-EA75-47CC-AFFB-98D1B066A9EB}" dt="2025-05-02T09:08:38.477" v="1735" actId="1076"/>
          <ac:picMkLst>
            <pc:docMk/>
            <pc:sldMk cId="3043309872" sldId="320"/>
            <ac:picMk id="6" creationId="{BBA61A62-887E-176E-2A09-A52A2F48AAC7}"/>
          </ac:picMkLst>
        </pc:picChg>
        <pc:picChg chg="add mod">
          <ac:chgData name="Styxie x" userId="44e5248c228d5751" providerId="LiveId" clId="{BC3AD439-EA75-47CC-AFFB-98D1B066A9EB}" dt="2025-05-02T09:08:31.741" v="1732" actId="1076"/>
          <ac:picMkLst>
            <pc:docMk/>
            <pc:sldMk cId="3043309872" sldId="320"/>
            <ac:picMk id="9" creationId="{DA543D8A-FC66-08E1-8205-A28C99F53D8C}"/>
          </ac:picMkLst>
        </pc:picChg>
        <pc:picChg chg="add mod">
          <ac:chgData name="Styxie x" userId="44e5248c228d5751" providerId="LiveId" clId="{BC3AD439-EA75-47CC-AFFB-98D1B066A9EB}" dt="2025-05-02T09:08:36.039" v="1734" actId="1076"/>
          <ac:picMkLst>
            <pc:docMk/>
            <pc:sldMk cId="3043309872" sldId="320"/>
            <ac:picMk id="11" creationId="{F9262E66-D4A6-430A-5247-EFA96A1F8674}"/>
          </ac:picMkLst>
        </pc:picChg>
        <pc:picChg chg="del">
          <ac:chgData name="Styxie x" userId="44e5248c228d5751" providerId="LiveId" clId="{BC3AD439-EA75-47CC-AFFB-98D1B066A9EB}" dt="2025-05-01T17:29:54.824" v="670" actId="478"/>
          <ac:picMkLst>
            <pc:docMk/>
            <pc:sldMk cId="3043309872" sldId="320"/>
            <ac:picMk id="14" creationId="{7F21218A-1D88-99C3-F521-F5621AE2C9C5}"/>
          </ac:picMkLst>
        </pc:picChg>
      </pc:sldChg>
      <pc:sldChg chg="new del">
        <pc:chgData name="Styxie x" userId="44e5248c228d5751" providerId="LiveId" clId="{BC3AD439-EA75-47CC-AFFB-98D1B066A9EB}" dt="2025-05-01T18:33:13.034" v="1268" actId="47"/>
        <pc:sldMkLst>
          <pc:docMk/>
          <pc:sldMk cId="572535123" sldId="321"/>
        </pc:sldMkLst>
      </pc:sldChg>
      <pc:sldChg chg="new del">
        <pc:chgData name="Styxie x" userId="44e5248c228d5751" providerId="LiveId" clId="{BC3AD439-EA75-47CC-AFFB-98D1B066A9EB}" dt="2025-05-01T18:28:59.640" v="1187" actId="47"/>
        <pc:sldMkLst>
          <pc:docMk/>
          <pc:sldMk cId="1587312132" sldId="321"/>
        </pc:sldMkLst>
      </pc:sldChg>
      <pc:sldChg chg="addSp delSp modSp add mod">
        <pc:chgData name="Styxie x" userId="44e5248c228d5751" providerId="LiveId" clId="{BC3AD439-EA75-47CC-AFFB-98D1B066A9EB}" dt="2025-05-01T19:39:30.121" v="1622" actId="403"/>
        <pc:sldMkLst>
          <pc:docMk/>
          <pc:sldMk cId="3713399751" sldId="322"/>
        </pc:sldMkLst>
        <pc:spChg chg="mod">
          <ac:chgData name="Styxie x" userId="44e5248c228d5751" providerId="LiveId" clId="{BC3AD439-EA75-47CC-AFFB-98D1B066A9EB}" dt="2025-05-01T18:35:06.932" v="1287" actId="14100"/>
          <ac:spMkLst>
            <pc:docMk/>
            <pc:sldMk cId="3713399751" sldId="322"/>
            <ac:spMk id="3" creationId="{968F1BA3-E0E6-AD2F-A19D-B2D76B4A9A78}"/>
          </ac:spMkLst>
        </pc:spChg>
        <pc:spChg chg="mod">
          <ac:chgData name="Styxie x" userId="44e5248c228d5751" providerId="LiveId" clId="{BC3AD439-EA75-47CC-AFFB-98D1B066A9EB}" dt="2025-05-01T19:39:30.121" v="1622" actId="403"/>
          <ac:spMkLst>
            <pc:docMk/>
            <pc:sldMk cId="3713399751" sldId="322"/>
            <ac:spMk id="8" creationId="{42594CD2-0384-2D34-63F5-4F09A3B97F7A}"/>
          </ac:spMkLst>
        </pc:spChg>
        <pc:picChg chg="add mod">
          <ac:chgData name="Styxie x" userId="44e5248c228d5751" providerId="LiveId" clId="{BC3AD439-EA75-47CC-AFFB-98D1B066A9EB}" dt="2025-05-01T18:36:42.430" v="1307" actId="1076"/>
          <ac:picMkLst>
            <pc:docMk/>
            <pc:sldMk cId="3713399751" sldId="322"/>
            <ac:picMk id="5" creationId="{CC982A29-F69F-C9E8-D8E4-7CAFCF3BCDFA}"/>
          </ac:picMkLst>
        </pc:picChg>
        <pc:picChg chg="add mod">
          <ac:chgData name="Styxie x" userId="44e5248c228d5751" providerId="LiveId" clId="{BC3AD439-EA75-47CC-AFFB-98D1B066A9EB}" dt="2025-05-01T18:36:50.399" v="1309" actId="14100"/>
          <ac:picMkLst>
            <pc:docMk/>
            <pc:sldMk cId="3713399751" sldId="322"/>
            <ac:picMk id="9" creationId="{B6C0BFAF-BE28-9452-7811-298F97BA71A4}"/>
          </ac:picMkLst>
        </pc:picChg>
        <pc:picChg chg="add mod">
          <ac:chgData name="Styxie x" userId="44e5248c228d5751" providerId="LiveId" clId="{BC3AD439-EA75-47CC-AFFB-98D1B066A9EB}" dt="2025-05-01T18:36:44.325" v="1308" actId="1076"/>
          <ac:picMkLst>
            <pc:docMk/>
            <pc:sldMk cId="3713399751" sldId="322"/>
            <ac:picMk id="11" creationId="{3EBB871B-6819-C656-EBDF-2D267A18DB7E}"/>
          </ac:picMkLst>
        </pc:picChg>
        <pc:picChg chg="del">
          <ac:chgData name="Styxie x" userId="44e5248c228d5751" providerId="LiveId" clId="{BC3AD439-EA75-47CC-AFFB-98D1B066A9EB}" dt="2025-05-01T18:33:41.495" v="1280" actId="478"/>
          <ac:picMkLst>
            <pc:docMk/>
            <pc:sldMk cId="3713399751" sldId="322"/>
            <ac:picMk id="1026" creationId="{3E270B21-964D-4F3B-7DF7-AFAEB6673C19}"/>
          </ac:picMkLst>
        </pc:picChg>
      </pc:sldChg>
      <pc:sldChg chg="new del">
        <pc:chgData name="Styxie x" userId="44e5248c228d5751" providerId="LiveId" clId="{BC3AD439-EA75-47CC-AFFB-98D1B066A9EB}" dt="2025-05-01T19:09:46.886" v="1330" actId="680"/>
        <pc:sldMkLst>
          <pc:docMk/>
          <pc:sldMk cId="3216684131" sldId="323"/>
        </pc:sldMkLst>
      </pc:sldChg>
      <pc:sldChg chg="modSp add del mod ord">
        <pc:chgData name="Styxie x" userId="44e5248c228d5751" providerId="LiveId" clId="{BC3AD439-EA75-47CC-AFFB-98D1B066A9EB}" dt="2025-05-01T19:39:53.596" v="1640" actId="403"/>
        <pc:sldMkLst>
          <pc:docMk/>
          <pc:sldMk cId="3651522037" sldId="323"/>
        </pc:sldMkLst>
        <pc:spChg chg="mod">
          <ac:chgData name="Styxie x" userId="44e5248c228d5751" providerId="LiveId" clId="{BC3AD439-EA75-47CC-AFFB-98D1B066A9EB}" dt="2025-05-01T19:35:30.713" v="1502" actId="1076"/>
          <ac:spMkLst>
            <pc:docMk/>
            <pc:sldMk cId="3651522037" sldId="323"/>
            <ac:spMk id="4" creationId="{351F90C7-31EE-9AA1-8526-8B6663A5D6DE}"/>
          </ac:spMkLst>
        </pc:spChg>
        <pc:spChg chg="mod">
          <ac:chgData name="Styxie x" userId="44e5248c228d5751" providerId="LiveId" clId="{BC3AD439-EA75-47CC-AFFB-98D1B066A9EB}" dt="2025-05-01T19:39:53.596" v="1640" actId="403"/>
          <ac:spMkLst>
            <pc:docMk/>
            <pc:sldMk cId="3651522037" sldId="323"/>
            <ac:spMk id="8" creationId="{6644E536-BC7F-8B82-CDF6-E061CA33B332}"/>
          </ac:spMkLst>
        </pc:spChg>
        <pc:spChg chg="mod">
          <ac:chgData name="Styxie x" userId="44e5248c228d5751" providerId="LiveId" clId="{BC3AD439-EA75-47CC-AFFB-98D1B066A9EB}" dt="2025-05-01T19:33:55.985" v="1477"/>
          <ac:spMkLst>
            <pc:docMk/>
            <pc:sldMk cId="3651522037" sldId="323"/>
            <ac:spMk id="9" creationId="{C1FF99B0-99B5-29CF-A890-0671B129A7AC}"/>
          </ac:spMkLst>
        </pc:spChg>
      </pc:sldChg>
      <pc:sldChg chg="new del">
        <pc:chgData name="Styxie x" userId="44e5248c228d5751" providerId="LiveId" clId="{BC3AD439-EA75-47CC-AFFB-98D1B066A9EB}" dt="2025-05-01T19:38:53.836" v="1591" actId="47"/>
        <pc:sldMkLst>
          <pc:docMk/>
          <pc:sldMk cId="1918631215" sldId="324"/>
        </pc:sldMkLst>
      </pc:sldChg>
      <pc:sldChg chg="delSp modSp add mod">
        <pc:chgData name="Styxie x" userId="44e5248c228d5751" providerId="LiveId" clId="{BC3AD439-EA75-47CC-AFFB-98D1B066A9EB}" dt="2025-05-02T10:56:28.604" v="1819" actId="1076"/>
        <pc:sldMkLst>
          <pc:docMk/>
          <pc:sldMk cId="3008443693" sldId="325"/>
        </pc:sldMkLst>
        <pc:spChg chg="mod">
          <ac:chgData name="Styxie x" userId="44e5248c228d5751" providerId="LiveId" clId="{BC3AD439-EA75-47CC-AFFB-98D1B066A9EB}" dt="2025-05-01T19:39:03.685" v="1614" actId="20577"/>
          <ac:spMkLst>
            <pc:docMk/>
            <pc:sldMk cId="3008443693" sldId="325"/>
            <ac:spMk id="2" creationId="{EE5D6B0D-1987-8CFC-89D7-E3601DBB3979}"/>
          </ac:spMkLst>
        </pc:spChg>
        <pc:picChg chg="mod">
          <ac:chgData name="Styxie x" userId="44e5248c228d5751" providerId="LiveId" clId="{BC3AD439-EA75-47CC-AFFB-98D1B066A9EB}" dt="2025-05-02T10:56:28.604" v="1819" actId="1076"/>
          <ac:picMkLst>
            <pc:docMk/>
            <pc:sldMk cId="3008443693" sldId="325"/>
            <ac:picMk id="3" creationId="{9FF420A5-2D27-B4C8-4C62-47115B7F4DB7}"/>
          </ac:picMkLst>
        </pc:picChg>
        <pc:picChg chg="del">
          <ac:chgData name="Styxie x" userId="44e5248c228d5751" providerId="LiveId" clId="{BC3AD439-EA75-47CC-AFFB-98D1B066A9EB}" dt="2025-05-02T10:56:19.237" v="1816" actId="478"/>
          <ac:picMkLst>
            <pc:docMk/>
            <pc:sldMk cId="3008443693" sldId="325"/>
            <ac:picMk id="4" creationId="{B353D8F3-A43C-CD99-DACF-54427EF98658}"/>
          </ac:picMkLst>
        </pc:picChg>
      </pc:sldChg>
      <pc:sldChg chg="delSp new del mod">
        <pc:chgData name="Styxie x" userId="44e5248c228d5751" providerId="LiveId" clId="{BC3AD439-EA75-47CC-AFFB-98D1B066A9EB}" dt="2025-05-02T09:05:19.793" v="1729" actId="47"/>
        <pc:sldMkLst>
          <pc:docMk/>
          <pc:sldMk cId="645972807" sldId="326"/>
        </pc:sldMkLst>
        <pc:spChg chg="del">
          <ac:chgData name="Styxie x" userId="44e5248c228d5751" providerId="LiveId" clId="{BC3AD439-EA75-47CC-AFFB-98D1B066A9EB}" dt="2025-05-02T09:04:23.569" v="1724" actId="478"/>
          <ac:spMkLst>
            <pc:docMk/>
            <pc:sldMk cId="645972807" sldId="326"/>
            <ac:spMk id="2" creationId="{191880EF-DC79-4C45-7DA7-44A3BD5A2087}"/>
          </ac:spMkLst>
        </pc:spChg>
      </pc:sldChg>
      <pc:sldChg chg="new del">
        <pc:chgData name="Styxie x" userId="44e5248c228d5751" providerId="LiveId" clId="{BC3AD439-EA75-47CC-AFFB-98D1B066A9EB}" dt="2025-05-02T08:49:12.083" v="1717" actId="680"/>
        <pc:sldMkLst>
          <pc:docMk/>
          <pc:sldMk cId="1704723026" sldId="326"/>
        </pc:sldMkLst>
      </pc:sldChg>
      <pc:sldChg chg="new del">
        <pc:chgData name="Styxie x" userId="44e5248c228d5751" providerId="LiveId" clId="{BC3AD439-EA75-47CC-AFFB-98D1B066A9EB}" dt="2025-05-02T10:56:58.167" v="1824" actId="47"/>
        <pc:sldMkLst>
          <pc:docMk/>
          <pc:sldMk cId="2494117810" sldId="326"/>
        </pc:sldMkLst>
      </pc:sldChg>
      <pc:sldChg chg="new del">
        <pc:chgData name="Styxie x" userId="44e5248c228d5751" providerId="LiveId" clId="{BC3AD439-EA75-47CC-AFFB-98D1B066A9EB}" dt="2025-05-02T10:56:32.621" v="1821" actId="680"/>
        <pc:sldMkLst>
          <pc:docMk/>
          <pc:sldMk cId="2895095336" sldId="326"/>
        </pc:sldMkLst>
      </pc:sldChg>
      <pc:sldChg chg="new del">
        <pc:chgData name="Styxie x" userId="44e5248c228d5751" providerId="LiveId" clId="{BC3AD439-EA75-47CC-AFFB-98D1B066A9EB}" dt="2025-05-02T08:05:43.850" v="1669" actId="47"/>
        <pc:sldMkLst>
          <pc:docMk/>
          <pc:sldMk cId="3108122281" sldId="326"/>
        </pc:sldMkLst>
      </pc:sldChg>
      <pc:sldChg chg="addSp modSp add mod">
        <pc:chgData name="Styxie x" userId="44e5248c228d5751" providerId="LiveId" clId="{BC3AD439-EA75-47CC-AFFB-98D1B066A9EB}" dt="2025-05-02T11:03:25.818" v="2257" actId="207"/>
        <pc:sldMkLst>
          <pc:docMk/>
          <pc:sldMk cId="2796311253" sldId="327"/>
        </pc:sldMkLst>
        <pc:spChg chg="mod">
          <ac:chgData name="Styxie x" userId="44e5248c228d5751" providerId="LiveId" clId="{BC3AD439-EA75-47CC-AFFB-98D1B066A9EB}" dt="2025-05-02T11:02:31.968" v="2195" actId="1076"/>
          <ac:spMkLst>
            <pc:docMk/>
            <pc:sldMk cId="2796311253" sldId="327"/>
            <ac:spMk id="2" creationId="{11FEE1E1-E1B0-9A26-56D0-6F36F63833F7}"/>
          </ac:spMkLst>
        </pc:spChg>
        <pc:spChg chg="add mod">
          <ac:chgData name="Styxie x" userId="44e5248c228d5751" providerId="LiveId" clId="{BC3AD439-EA75-47CC-AFFB-98D1B066A9EB}" dt="2025-05-02T11:03:25.818" v="2257" actId="207"/>
          <ac:spMkLst>
            <pc:docMk/>
            <pc:sldMk cId="2796311253" sldId="327"/>
            <ac:spMk id="3" creationId="{466EBC71-532C-9464-C55D-AB4E15324ADC}"/>
          </ac:spMkLst>
        </pc:spChg>
        <pc:spChg chg="mod">
          <ac:chgData name="Styxie x" userId="44e5248c228d5751" providerId="LiveId" clId="{BC3AD439-EA75-47CC-AFFB-98D1B066A9EB}" dt="2025-05-02T11:02:09.894" v="2192" actId="207"/>
          <ac:spMkLst>
            <pc:docMk/>
            <pc:sldMk cId="2796311253" sldId="327"/>
            <ac:spMk id="4" creationId="{536858F8-76F1-475D-3F7A-837AD8526245}"/>
          </ac:spMkLst>
        </pc:spChg>
        <pc:spChg chg="mod">
          <ac:chgData name="Styxie x" userId="44e5248c228d5751" providerId="LiveId" clId="{BC3AD439-EA75-47CC-AFFB-98D1B066A9EB}" dt="2025-05-02T10:57:16.559" v="1840" actId="20577"/>
          <ac:spMkLst>
            <pc:docMk/>
            <pc:sldMk cId="2796311253" sldId="327"/>
            <ac:spMk id="9" creationId="{57F16CDF-38EC-ECFA-F850-E4081D6A70E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D8AF6929-4F16-43A6-8368-BF93843271D3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79429053-DC2A-4342-ADD4-2FD729D91E2C}" type="slidenum">
              <a:rPr lang="fr-FR" smtClean="0"/>
              <a:pPr algn="r" rtl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4D9CF8A1-AC6C-4B34-A6AF-5306B09514F1}" type="datetime1">
              <a:rPr lang="fr-FR" smtClean="0"/>
              <a:pPr/>
              <a:t>02/05/2025</a:t>
            </a:fld>
            <a:endParaRPr lang="fr-FR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dirty="0"/>
              <a:t>Modifiez les styles du texte du masque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/>
            <a:fld id="{3EBA5BD7-F043-4D1B-AA17-CD412FC534DE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2862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7575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6399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0403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60252-91BA-E5B3-BE71-1BFC0EF54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A56B48-A260-4FD2-65CE-C94611179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2AD79-ABE7-4BA4-EEDF-9616E7ED7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5CDFB-942A-4043-8354-B94E1ED40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6958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6719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r"/>
            <a:fld id="{3EBA5BD7-F043-4D1B-AA17-CD412FC534DE}" type="slidenum">
              <a:rPr lang="fr-FR" smtClean="0"/>
              <a:pPr algn="r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11990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necteur droit 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necteur droit 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gnes inférieu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e libre 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  <p:sp>
          <p:nvSpPr>
            <p:cNvPr id="10" name="Forme lib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  <p:sp>
          <p:nvSpPr>
            <p:cNvPr id="11" name="Forme libre 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fr-FR" dirty="0"/>
            </a:p>
          </p:txBody>
        </p:sp>
      </p:grpSp>
      <p:sp>
        <p:nvSpPr>
          <p:cNvPr id="2" name="Titre 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/>
              <a:t>Click to edit Master subtitle style</a:t>
            </a:r>
            <a:endParaRPr lang="fr-FR" dirty="0"/>
          </a:p>
        </p:txBody>
      </p:sp>
      <p:sp>
        <p:nvSpPr>
          <p:cNvPr id="22" name="Espace réservé de la date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BD9953E-5BC6-4666-A734-E77D5FB3D583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24" name="Espace réservé du numéro de diapositiv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contenu 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4E2683B-2A01-44F3-996F-0E755F28A700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e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necteur droit 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necteur droit 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7EC882C-578E-43CF-9E65-BCBD84298E0F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Espace réservé du contenu 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A58C49A-26BC-4FB4-A911-B63E6643DEF4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5" name="Espace réservé du texte 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7" name="Espace réservé de la date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6F639DD-CC71-40D6-8955-FCCBF169A9ED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323D875-6F7C-483B-BF0E-1653BA82CB4B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E084598-F858-4552-A076-315DD4B147D7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Espace réservé d’image 2" descr="Espace réservé vide pour ajouter une image. Cliquez sur l’espace réservé et sélectionnez l’image à ajoute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en-US"/>
              <a:t>Click icon to add picture</a:t>
            </a:r>
            <a:endParaRPr lang="fr-FR" dirty="0"/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94F228E-727C-4D01-A256-B7DDCE3C73B8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5C7676E2-973F-4113-AEBA-F1FEDA77C192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 lang="fr-FR" dirty="0"/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FA23D85-784A-4D25-8A51-8A618AADDEDC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gnes de gauche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e libre 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1" name="Forme libre 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  <p:sp>
          <p:nvSpPr>
            <p:cNvPr id="14" name="Forme libre 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dirty="0"/>
            </a:p>
          </p:txBody>
        </p:sp>
      </p:grpSp>
      <p:sp>
        <p:nvSpPr>
          <p:cNvPr id="2" name="Espace réservé du titre 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fr-FR" dirty="0"/>
              <a:t>Modifiez le style du titre</a:t>
            </a:r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fr-FR" dirty="0"/>
              <a:t>Modifiez les styles du texte du masque</a:t>
            </a:r>
          </a:p>
          <a:p>
            <a:pPr lvl="1" rtl="0"/>
            <a:r>
              <a:rPr lang="fr-FR" dirty="0"/>
              <a:t>Deuxième niveau</a:t>
            </a:r>
          </a:p>
          <a:p>
            <a:pPr lvl="2" rtl="0"/>
            <a:r>
              <a:rPr lang="fr-FR" dirty="0"/>
              <a:t>Troisième niveau</a:t>
            </a:r>
          </a:p>
          <a:p>
            <a:pPr lvl="3" rtl="0"/>
            <a:r>
              <a:rPr lang="fr-FR" dirty="0"/>
              <a:t>Quatrième niveau</a:t>
            </a:r>
          </a:p>
          <a:p>
            <a:pPr lvl="4" rtl="0"/>
            <a:r>
              <a:rPr lang="fr-FR" dirty="0"/>
              <a:t>Cinquième niveau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A7D55-BD47-4D12-8CDF-622FB6DC3FC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C014DD1E-5D91-48A3-AD6D-45FBA980D106}" type="slidenum">
              <a:rPr lang="fr-FR" smtClean="0"/>
              <a:pPr algn="r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10085860" cy="2000251"/>
          </a:xfrm>
        </p:spPr>
        <p:txBody>
          <a:bodyPr rtlCol="0">
            <a:normAutofit/>
          </a:bodyPr>
          <a:lstStyle/>
          <a:p>
            <a:pPr rtl="0"/>
            <a:r>
              <a:rPr lang="fr-FR" sz="6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Table de Mixage : </a:t>
            </a:r>
            <a:r>
              <a:rPr lang="fr-FR" sz="6600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SmartMix</a:t>
            </a:r>
            <a:endParaRPr lang="fr-FR" sz="6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dirty="0"/>
              <a:t>S</a:t>
            </a:r>
            <a:r>
              <a:rPr lang="fr-FR" dirty="0"/>
              <a:t>AE BUT 3 GEII ESE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re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sz="4800" b="1" dirty="0" err="1">
                <a:solidFill>
                  <a:schemeClr val="accent1"/>
                </a:solidFill>
              </a:rPr>
              <a:t>Sommaire</a:t>
            </a:r>
            <a:r>
              <a:rPr lang="en-GB" sz="4800" b="1" dirty="0">
                <a:solidFill>
                  <a:schemeClr val="accent1"/>
                </a:solidFill>
              </a:rPr>
              <a:t> </a:t>
            </a:r>
            <a:endParaRPr lang="fr-FR" sz="4800" b="1" dirty="0">
              <a:solidFill>
                <a:schemeClr val="accent1"/>
              </a:solidFill>
            </a:endParaRPr>
          </a:p>
        </p:txBody>
      </p:sp>
      <p:sp>
        <p:nvSpPr>
          <p:cNvPr id="14" name="Espace réservé du contenu 13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marL="514350" indent="-514350" rtl="0">
              <a:buFont typeface="+mj-lt"/>
              <a:buAutoNum type="arabicPeriod"/>
            </a:pPr>
            <a:r>
              <a:rPr lang="fr-FR" dirty="0"/>
              <a:t>Présentation de système 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Détails des sous-systèmes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Conception et mise en œuvre</a:t>
            </a:r>
          </a:p>
          <a:p>
            <a:pPr marL="514350" indent="-514350" rtl="0">
              <a:buFont typeface="+mj-lt"/>
              <a:buAutoNum type="arabicPeriod"/>
            </a:pPr>
            <a:r>
              <a:rPr lang="fr-FR" dirty="0"/>
              <a:t>Implantation</a:t>
            </a:r>
          </a:p>
          <a:p>
            <a:pPr marL="514350" indent="-514350" rtl="0">
              <a:buFont typeface="+mj-lt"/>
              <a:buAutoNum type="arabicPeriod"/>
            </a:pPr>
            <a:r>
              <a:rPr lang="fr-FR" dirty="0"/>
              <a:t>Vérification</a:t>
            </a:r>
          </a:p>
          <a:p>
            <a:pPr marL="514350" indent="-514350" rtl="0">
              <a:buFont typeface="+mj-lt"/>
              <a:buAutoNum type="arabicPeriod"/>
            </a:pPr>
            <a:r>
              <a:rPr lang="fr-FR" dirty="0"/>
              <a:t>Dysfonctionnements et maintenance</a:t>
            </a:r>
          </a:p>
          <a:p>
            <a:pPr marL="514350" indent="-514350" rtl="0">
              <a:buFont typeface="+mj-lt"/>
              <a:buAutoNum type="arabicPeriod"/>
            </a:pPr>
            <a:r>
              <a:rPr lang="fr-FR" dirty="0"/>
              <a:t>État actuel du système</a:t>
            </a:r>
          </a:p>
          <a:p>
            <a:pPr marL="514350" indent="-514350" rtl="0">
              <a:buFont typeface="+mj-lt"/>
              <a:buAutoNum type="arabicPeriod"/>
            </a:pPr>
            <a:r>
              <a:rPr lang="fr-FR" dirty="0"/>
              <a:t>Conclusion et pistes d'amélioration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75941C-2B69-1A23-7061-1F559602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A024A-424E-49EA-8738-237516D3E722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76F2E-6CB6-A315-AC18-EB241BD3F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2</a:t>
            </a:fld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38D4-4A98-2254-121C-27E5678EC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4109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Présentation de système </a:t>
            </a:r>
            <a:endParaRPr lang="fr-FR" sz="44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F95B37-8425-87D6-FB3B-00BFB159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388A81-9B5E-EB69-C302-5D49A2047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3</a:t>
            </a:fld>
            <a:endParaRPr lang="fr-FR" sz="2000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39CDADF2-DF3C-D38B-C3BD-4DBCAF7F4F7D}"/>
              </a:ext>
            </a:extLst>
          </p:cNvPr>
          <p:cNvSpPr txBox="1">
            <a:spLocks/>
          </p:cNvSpPr>
          <p:nvPr/>
        </p:nvSpPr>
        <p:spPr>
          <a:xfrm>
            <a:off x="1216714" y="1576036"/>
            <a:ext cx="6315689" cy="2345596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Mixage des signaux audios (analogiques ou numériques) envoyés par des instruments développés par les étudiants de BUT 3 GEII ESE</a:t>
            </a:r>
            <a:endParaRPr lang="en-US" dirty="0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D65FA779-1A2A-0828-D273-AB79A6D0317E}"/>
              </a:ext>
            </a:extLst>
          </p:cNvPr>
          <p:cNvSpPr txBox="1">
            <a:spLocks/>
          </p:cNvSpPr>
          <p:nvPr/>
        </p:nvSpPr>
        <p:spPr>
          <a:xfrm>
            <a:off x="1216715" y="3531676"/>
            <a:ext cx="6315689" cy="2345596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b="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>
                <a:solidFill>
                  <a:schemeClr val="tx1"/>
                </a:solidFill>
              </a:rPr>
              <a:t>Fonctionnalités clés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2 Entrées Numériques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2 Entrées Analogiques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tx1"/>
                </a:solidFill>
              </a:rPr>
              <a:t>Synchronisation des données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1F3DCA-322E-3B6D-98AB-0DB0A27E9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628" y="1175464"/>
            <a:ext cx="2669257" cy="518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76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76158-E54F-7077-707C-A4425A9B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826BF9-6DFB-B15B-A409-F79C2265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4</a:t>
            </a:fld>
            <a:endParaRPr lang="fr-FR" dirty="0"/>
          </a:p>
        </p:txBody>
      </p:sp>
      <p:pic>
        <p:nvPicPr>
          <p:cNvPr id="16" name="Content Placeholder 10">
            <a:extLst>
              <a:ext uri="{FF2B5EF4-FFF2-40B4-BE49-F238E27FC236}">
                <a16:creationId xmlns:a16="http://schemas.microsoft.com/office/drawing/2014/main" id="{BB94A167-96A8-168B-55D6-169DE1E85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622" y="1196752"/>
            <a:ext cx="8317579" cy="4772287"/>
          </a:xfrm>
          <a:prstGeom prst="rect">
            <a:avLst/>
          </a:prstGeom>
        </p:spPr>
      </p:pic>
      <p:sp>
        <p:nvSpPr>
          <p:cNvPr id="20" name="Titre 1">
            <a:extLst>
              <a:ext uri="{FF2B5EF4-FFF2-40B4-BE49-F238E27FC236}">
                <a16:creationId xmlns:a16="http://schemas.microsoft.com/office/drawing/2014/main" id="{C39ECDD1-CCB4-A2B6-3CFF-CE9BF0FDF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10335"/>
            <a:ext cx="10360501" cy="1223963"/>
          </a:xfrm>
        </p:spPr>
        <p:txBody>
          <a:bodyPr rtlCol="0">
            <a:normAutofit/>
          </a:bodyPr>
          <a:lstStyle/>
          <a:p>
            <a:pPr rtl="0"/>
            <a:r>
              <a:rPr lang="en-US" sz="4400" b="1" dirty="0">
                <a:solidFill>
                  <a:schemeClr val="accent1"/>
                </a:solidFill>
              </a:rPr>
              <a:t>FAST</a:t>
            </a:r>
            <a:endParaRPr lang="fr-FR" sz="4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02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78E7859-9C38-3835-A3D2-9F81480CF6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623" y="136523"/>
            <a:ext cx="8317578" cy="6033213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A85C8-E32F-0304-713F-2B847F842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0AF4E3-F889-9494-B422-3A5EA34F1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mtClean="0"/>
              <a:pPr algn="r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959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4C2D-ED78-5DE1-45E9-2C84E638F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A39142-3313-99EF-86FE-38E1B614DE1B}"/>
              </a:ext>
            </a:extLst>
          </p:cNvPr>
          <p:cNvSpPr/>
          <p:nvPr/>
        </p:nvSpPr>
        <p:spPr>
          <a:xfrm>
            <a:off x="5662364" y="1340768"/>
            <a:ext cx="1656184" cy="41764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E04BDD-1218-202A-C020-3998C33D5017}"/>
              </a:ext>
            </a:extLst>
          </p:cNvPr>
          <p:cNvSpPr/>
          <p:nvPr/>
        </p:nvSpPr>
        <p:spPr>
          <a:xfrm>
            <a:off x="3718148" y="1340768"/>
            <a:ext cx="1728192" cy="432048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7FA042-1168-5119-36EE-99FBE3E3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4109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Détails des sous-systèmes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CDF6FA-D544-916F-36DA-96B9DD77C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618DEE-1C38-1ADB-27C2-522F07D1C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6</a:t>
            </a:fld>
            <a:endParaRPr lang="fr-FR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963722-9270-453E-C798-180E4EF82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559" y="1272172"/>
            <a:ext cx="9472373" cy="554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21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E5507-AA71-CE56-66D1-29BBB96F2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E9B4A-5C35-3A4D-AAD0-0744D97C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4109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Conception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ADBBD9-22BC-7717-6E99-85BD6CDDB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E143FC-306E-200D-FB19-52AE1B69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7</a:t>
            </a:fld>
            <a:endParaRPr lang="fr-FR" sz="2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CAD9C7-45CA-F1A9-46BD-71BCC25332C8}"/>
              </a:ext>
            </a:extLst>
          </p:cNvPr>
          <p:cNvSpPr txBox="1">
            <a:spLocks/>
          </p:cNvSpPr>
          <p:nvPr/>
        </p:nvSpPr>
        <p:spPr>
          <a:xfrm>
            <a:off x="1125860" y="1156202"/>
            <a:ext cx="10360501" cy="4545595"/>
          </a:xfrm>
          <a:prstGeom prst="rect">
            <a:avLst/>
          </a:prstGeom>
        </p:spPr>
        <p:txBody>
          <a:bodyPr vert="horz" lIns="121899" tIns="60949" rIns="121899" bIns="60949" rtlCol="0" anchor="t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b="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Conception d’un système électronique modulaire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Traitement des Signaux </a:t>
            </a:r>
            <a:r>
              <a:rPr lang="fr-FR" sz="2400" b="1" dirty="0"/>
              <a:t>analogiques et numériques</a:t>
            </a:r>
            <a:r>
              <a:rPr lang="fr-FR" sz="2400" dirty="0"/>
              <a:t> : filtrage, Gain, Offset, conversion, synchronisation</a:t>
            </a:r>
            <a:endParaRPr lang="fr-FR" sz="2400" dirty="0">
              <a:solidFill>
                <a:schemeClr val="tx1"/>
              </a:solidFill>
            </a:endParaRP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Choix techniques justifiés en fonction des contraintes de performance, consommation et coût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tx1"/>
                </a:solidFill>
              </a:rPr>
              <a:t>Outils et technologies utilisés :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300" dirty="0">
                <a:solidFill>
                  <a:schemeClr val="tx1"/>
                </a:solidFill>
              </a:rPr>
              <a:t>Raspberry Pi 4B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chemeClr val="tx1"/>
                </a:solidFill>
              </a:rPr>
              <a:t>CAO : </a:t>
            </a:r>
            <a:r>
              <a:rPr lang="fr-FR" sz="2400" b="0" dirty="0" err="1">
                <a:solidFill>
                  <a:schemeClr val="tx1"/>
                </a:solidFill>
              </a:rPr>
              <a:t>Altium</a:t>
            </a:r>
            <a:r>
              <a:rPr lang="fr-FR" sz="2400" b="0" dirty="0">
                <a:solidFill>
                  <a:schemeClr val="tx1"/>
                </a:solidFill>
              </a:rPr>
              <a:t> Designer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chemeClr val="tx1"/>
                </a:solidFill>
              </a:rPr>
              <a:t>Simulation : </a:t>
            </a:r>
            <a:r>
              <a:rPr lang="fr-FR" sz="2400" b="0" dirty="0" err="1">
                <a:solidFill>
                  <a:schemeClr val="tx1"/>
                </a:solidFill>
              </a:rPr>
              <a:t>LTSpice</a:t>
            </a:r>
            <a:endParaRPr lang="fr-FR" sz="2400" b="0" dirty="0">
              <a:solidFill>
                <a:schemeClr val="tx1"/>
              </a:solidFill>
            </a:endParaRP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chemeClr val="tx1"/>
                </a:solidFill>
              </a:rPr>
              <a:t>Langages : C++, Python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chemeClr val="tx1"/>
                </a:solidFill>
              </a:rPr>
              <a:t>Versioning : Git (GitHub -&gt; </a:t>
            </a:r>
            <a:r>
              <a:rPr lang="fr-FR" sz="2400" b="0" dirty="0" err="1">
                <a:solidFill>
                  <a:schemeClr val="tx1"/>
                </a:solidFill>
              </a:rPr>
              <a:t>GitLab</a:t>
            </a:r>
            <a:r>
              <a:rPr lang="fr-FR" sz="2400" b="0" dirty="0">
                <a:solidFill>
                  <a:schemeClr val="tx1"/>
                </a:solidFill>
              </a:rPr>
              <a:t>)</a:t>
            </a:r>
          </a:p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fr-FR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954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6CF6D-C6D5-7E73-F75F-864540DB6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31EAA-353C-8DD8-D05C-7F38B940C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4109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Conception</a:t>
            </a:r>
            <a:endParaRPr lang="fr-FR" sz="44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2417CD-63D3-BA9A-B287-0924DB1B8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31458E-9021-1F67-4033-46AAFE26B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8</a:t>
            </a:fld>
            <a:endParaRPr lang="fr-FR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F791DB-EDDE-74E7-A8A5-9C30D07A2C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50013"/>
          <a:stretch/>
        </p:blipFill>
        <p:spPr>
          <a:xfrm>
            <a:off x="6346648" y="3605624"/>
            <a:ext cx="2124028" cy="24262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39A7A8-4CC8-AF0D-04ED-1948B0DEEE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446"/>
          <a:stretch/>
        </p:blipFill>
        <p:spPr>
          <a:xfrm>
            <a:off x="9192766" y="792655"/>
            <a:ext cx="2174763" cy="23786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97263D6-9986-F641-843E-FCA485CF46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945"/>
          <a:stretch/>
        </p:blipFill>
        <p:spPr>
          <a:xfrm>
            <a:off x="6346648" y="835163"/>
            <a:ext cx="2193344" cy="229362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563D19-A0E2-1F36-715F-C97B4F266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8925733" y="3641011"/>
            <a:ext cx="2551452" cy="23554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BF3905-B21C-2370-20DD-A9F0C932D3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244" y="1849525"/>
            <a:ext cx="4608512" cy="315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5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514F553-10E4-343F-9D78-850A354B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E115-D9B7-3F88-C136-3C908E90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4109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Conception</a:t>
            </a:r>
            <a:endParaRPr lang="fr-FR" sz="44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8DB298-B6E3-7F2D-80AB-E6550719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B79E4A-7A88-7C1F-5314-2E63890B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9</a:t>
            </a:fld>
            <a:endParaRPr lang="fr-FR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670684-1FCD-435A-24F1-4A6EC8FAA3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468" y="1167793"/>
            <a:ext cx="2434828" cy="237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61A62-887E-176E-2A09-A52A2F48A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08" y="1181615"/>
            <a:ext cx="2879183" cy="2407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543D8A-FC66-08E1-8205-A28C99F53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416" y="3717032"/>
            <a:ext cx="2623030" cy="22866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262E66-D4A6-430A-5247-EFA96A1F8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411" y="3650573"/>
            <a:ext cx="3009244" cy="256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0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F1013-5BD0-92FD-E656-43A21555C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C5D86-C650-1D4F-60F0-5F74D39FE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4109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Conception</a:t>
            </a:r>
            <a:endParaRPr lang="fr-FR" sz="44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E4CEF6-0463-3DF3-3A0C-68B1ECBC3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4E39261-32E1-0791-2C3E-3B9134B3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10</a:t>
            </a:fld>
            <a:endParaRPr lang="fr-FR" sz="2000" dirty="0"/>
          </a:p>
        </p:txBody>
      </p:sp>
      <p:pic>
        <p:nvPicPr>
          <p:cNvPr id="4" name="Picture 3" descr="A computer circuit board with many different components&#10;&#10;AI-generated content may be incorrect.">
            <a:extLst>
              <a:ext uri="{FF2B5EF4-FFF2-40B4-BE49-F238E27FC236}">
                <a16:creationId xmlns:a16="http://schemas.microsoft.com/office/drawing/2014/main" id="{B148C019-1EB0-5059-B09F-013EB2987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20" y="1600886"/>
            <a:ext cx="4817133" cy="3893322"/>
          </a:xfrm>
          <a:prstGeom prst="rect">
            <a:avLst/>
          </a:prstGeom>
        </p:spPr>
      </p:pic>
      <p:pic>
        <p:nvPicPr>
          <p:cNvPr id="1026" name="Picture 2" descr="Carte Mere avec des modules">
            <a:extLst>
              <a:ext uri="{FF2B5EF4-FFF2-40B4-BE49-F238E27FC236}">
                <a16:creationId xmlns:a16="http://schemas.microsoft.com/office/drawing/2014/main" id="{47F9E110-BF9F-FDB2-4633-396C84454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821" y="1403661"/>
            <a:ext cx="4677841" cy="4287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024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1CE0A-1120-DFA4-B19D-209FB47BC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051E-A06C-8A7E-3782-A35F9425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4109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Vérification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0E684A-4C01-EA2D-87EC-9464713B7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46981B-22CC-2C69-2B2C-AAE2DC49C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11</a:t>
            </a:fld>
            <a:endParaRPr lang="fr-FR" sz="2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C2CE01-9046-6255-F2E0-0A495BBDEF5E}"/>
              </a:ext>
            </a:extLst>
          </p:cNvPr>
          <p:cNvSpPr txBox="1">
            <a:spLocks/>
          </p:cNvSpPr>
          <p:nvPr/>
        </p:nvSpPr>
        <p:spPr>
          <a:xfrm>
            <a:off x="1218882" y="1193372"/>
            <a:ext cx="10736089" cy="2736304"/>
          </a:xfrm>
          <a:prstGeom prst="rect">
            <a:avLst/>
          </a:prstGeom>
        </p:spPr>
        <p:txBody>
          <a:bodyPr vert="horz" lIns="121899" tIns="60949" rIns="121899" bIns="60949" rtlCol="0" anchor="t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b="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dirty="0"/>
              <a:t>Approche PDCA (Plan – Do – Check – </a:t>
            </a:r>
            <a:r>
              <a:rPr lang="fr-FR" dirty="0" err="1"/>
              <a:t>Act</a:t>
            </a:r>
            <a:r>
              <a:rPr lang="fr-FR" dirty="0"/>
              <a:t>) :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chemeClr val="tx1"/>
                </a:solidFill>
              </a:rPr>
              <a:t>Plan : Planifier : définition des objectifs de tests et critères de validation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chemeClr val="tx1"/>
                </a:solidFill>
              </a:rPr>
              <a:t>Do : Déployer : exécution des tests unitaires et d'intégration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b="0" dirty="0">
                <a:solidFill>
                  <a:schemeClr val="tx1"/>
                </a:solidFill>
              </a:rPr>
              <a:t>Check : Contrôler : analyse des résultats, identification des écarts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b="0" dirty="0" err="1">
                <a:solidFill>
                  <a:schemeClr val="tx1"/>
                </a:solidFill>
              </a:rPr>
              <a:t>Act</a:t>
            </a:r>
            <a:r>
              <a:rPr lang="fr-FR" sz="2400" b="0" dirty="0">
                <a:solidFill>
                  <a:schemeClr val="tx1"/>
                </a:solidFill>
              </a:rPr>
              <a:t> : Ajuster : actions correctives et amélioration continue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fr-FR" sz="2400" b="0" dirty="0">
              <a:solidFill>
                <a:schemeClr val="tx1"/>
              </a:solidFill>
            </a:endParaRPr>
          </a:p>
        </p:txBody>
      </p:sp>
      <p:pic>
        <p:nvPicPr>
          <p:cNvPr id="1026" name="Picture 2" descr="Cycle PDCA ou Roue de deming">
            <a:extLst>
              <a:ext uri="{FF2B5EF4-FFF2-40B4-BE49-F238E27FC236}">
                <a16:creationId xmlns:a16="http://schemas.microsoft.com/office/drawing/2014/main" id="{47F24401-7EEC-32C6-9B20-D2AD804894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6" r="20207"/>
          <a:stretch/>
        </p:blipFill>
        <p:spPr bwMode="auto">
          <a:xfrm>
            <a:off x="4654252" y="4003194"/>
            <a:ext cx="2592288" cy="2400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19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861B1-E4BD-53FD-D47E-D1700A313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230EA-F928-A269-3179-6319A3D50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4109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Vérification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6DAD6-B798-C956-F5C1-8F75B820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594CD2-0384-2D34-63F5-4F09A3B9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12</a:t>
            </a:fld>
            <a:endParaRPr lang="fr-FR" sz="2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8F1BA3-E0E6-AD2F-A19D-B2D76B4A9A78}"/>
              </a:ext>
            </a:extLst>
          </p:cNvPr>
          <p:cNvSpPr txBox="1">
            <a:spLocks/>
          </p:cNvSpPr>
          <p:nvPr/>
        </p:nvSpPr>
        <p:spPr>
          <a:xfrm>
            <a:off x="1218883" y="1193372"/>
            <a:ext cx="5667617" cy="4827916"/>
          </a:xfrm>
          <a:prstGeom prst="rect">
            <a:avLst/>
          </a:prstGeom>
        </p:spPr>
        <p:txBody>
          <a:bodyPr vert="horz" lIns="121899" tIns="60949" rIns="121899" bIns="60949" rtlCol="0" anchor="t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b="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indent="0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1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dirty="0"/>
              <a:t>Exemple : 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b="0" dirty="0"/>
              <a:t>Plan : Conception de Carte ADC et horloge externe avec un oscillateur quartz 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b="0" dirty="0"/>
              <a:t>Do : Test de différents signaux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b="0" dirty="0"/>
              <a:t>Check : problème avec l’horloge 11MHz, a cause des caractéristiques des composants</a:t>
            </a:r>
          </a:p>
          <a:p>
            <a:pPr marL="1066693" lvl="1" indent="-4572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fr-FR" sz="2400" b="0" dirty="0" err="1"/>
              <a:t>Act</a:t>
            </a:r>
            <a:r>
              <a:rPr lang="fr-FR" sz="2400" b="0" dirty="0"/>
              <a:t> : Configurer la carte pour utiliser le 2eme mode de Horloge Externe</a:t>
            </a:r>
            <a:r>
              <a:rPr lang="fr-FR" sz="24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82A29-F69F-C9E8-D8E4-7CAFCF3BC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788" y="1355088"/>
            <a:ext cx="2448272" cy="3257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C0BFAF-BE28-9452-7811-298F97BA7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860" y="1355088"/>
            <a:ext cx="2255178" cy="49399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BB871B-6819-C656-EBDF-2D267A18DB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6799" y="4710824"/>
            <a:ext cx="1932249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399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3D2E4D-DEF9-CDFF-257E-1A4DD48F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9D3EAC-125A-9165-7691-9A03E782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13</a:t>
            </a:fld>
            <a:endParaRPr lang="fr-FR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64E54E-E689-1BAD-855F-1476A5DC53C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47"/>
          <a:stretch/>
        </p:blipFill>
        <p:spPr bwMode="auto">
          <a:xfrm>
            <a:off x="2439166" y="1684132"/>
            <a:ext cx="3422057" cy="236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E604B1E-8670-1FCF-F628-9CC15794CAF5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394" y="4381892"/>
            <a:ext cx="4707451" cy="90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BE0DACB-08A9-E63E-B95A-7B7627291C7E}"/>
              </a:ext>
            </a:extLst>
          </p:cNvPr>
          <p:cNvSpPr txBox="1">
            <a:spLocks/>
          </p:cNvSpPr>
          <p:nvPr/>
        </p:nvSpPr>
        <p:spPr>
          <a:xfrm>
            <a:off x="1227435" y="97269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err="1">
                <a:solidFill>
                  <a:schemeClr val="accent1"/>
                </a:solidFill>
              </a:rPr>
              <a:t>Exemple</a:t>
            </a:r>
            <a:r>
              <a:rPr lang="en-US" sz="4400" b="1" dirty="0">
                <a:solidFill>
                  <a:schemeClr val="accent1"/>
                </a:solidFill>
              </a:rPr>
              <a:t> de </a:t>
            </a:r>
            <a:r>
              <a:rPr lang="en-US" sz="4400" b="1" dirty="0" err="1">
                <a:solidFill>
                  <a:schemeClr val="accent1"/>
                </a:solidFill>
              </a:rPr>
              <a:t>dysfonctionnement</a:t>
            </a:r>
            <a:endParaRPr lang="fr-FR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F2BEB1-2DC8-FC6C-0507-66D376AE0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468" y="2233020"/>
            <a:ext cx="4707452" cy="305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8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136C9EC4-B8C5-C9D7-CF3C-20E4339CFFE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17195119"/>
              </p:ext>
            </p:extLst>
          </p:nvPr>
        </p:nvGraphicFramePr>
        <p:xfrm>
          <a:off x="1557908" y="995538"/>
          <a:ext cx="9417017" cy="52799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5658">
                  <a:extLst>
                    <a:ext uri="{9D8B030D-6E8A-4147-A177-3AD203B41FA5}">
                      <a16:colId xmlns:a16="http://schemas.microsoft.com/office/drawing/2014/main" val="4144709073"/>
                    </a:ext>
                  </a:extLst>
                </a:gridCol>
                <a:gridCol w="1455471">
                  <a:extLst>
                    <a:ext uri="{9D8B030D-6E8A-4147-A177-3AD203B41FA5}">
                      <a16:colId xmlns:a16="http://schemas.microsoft.com/office/drawing/2014/main" val="3737547506"/>
                    </a:ext>
                  </a:extLst>
                </a:gridCol>
                <a:gridCol w="1725003">
                  <a:extLst>
                    <a:ext uri="{9D8B030D-6E8A-4147-A177-3AD203B41FA5}">
                      <a16:colId xmlns:a16="http://schemas.microsoft.com/office/drawing/2014/main" val="2316948980"/>
                    </a:ext>
                  </a:extLst>
                </a:gridCol>
                <a:gridCol w="1706343">
                  <a:extLst>
                    <a:ext uri="{9D8B030D-6E8A-4147-A177-3AD203B41FA5}">
                      <a16:colId xmlns:a16="http://schemas.microsoft.com/office/drawing/2014/main" val="1701945696"/>
                    </a:ext>
                  </a:extLst>
                </a:gridCol>
                <a:gridCol w="1477239">
                  <a:extLst>
                    <a:ext uri="{9D8B030D-6E8A-4147-A177-3AD203B41FA5}">
                      <a16:colId xmlns:a16="http://schemas.microsoft.com/office/drawing/2014/main" val="3681343468"/>
                    </a:ext>
                  </a:extLst>
                </a:gridCol>
                <a:gridCol w="1507303">
                  <a:extLst>
                    <a:ext uri="{9D8B030D-6E8A-4147-A177-3AD203B41FA5}">
                      <a16:colId xmlns:a16="http://schemas.microsoft.com/office/drawing/2014/main" val="1487906844"/>
                    </a:ext>
                  </a:extLst>
                </a:gridCol>
              </a:tblGrid>
              <a:tr h="431374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Sous-système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Modules Testés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Type de Test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Critères de Validation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Résultats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Actions Correctives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3341039746"/>
                  </a:ext>
                </a:extLst>
              </a:tr>
              <a:tr h="652598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Carte Mère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FT9-0 &amp; FT9-1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Tests de fonctionnement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Bonne modularité et absence de court-circuit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00FF00"/>
                          </a:highlight>
                        </a:rPr>
                        <a:t>Fonctionnel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1181388446"/>
                  </a:ext>
                </a:extLst>
              </a:tr>
              <a:tr h="652598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Entrée Audio Analogique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FT2-0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Test de pré-amplification et filtrage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Amplification correcte, atténuation bruit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00FF00"/>
                          </a:highlight>
                        </a:rPr>
                        <a:t>Fonctionnel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1544463315"/>
                  </a:ext>
                </a:extLst>
              </a:tr>
              <a:tr h="501596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FT2-1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Test de régulation du gain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Variation du gain conforme aux attentes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00FF00"/>
                          </a:highlight>
                        </a:rPr>
                        <a:t>Fonctionnel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3182373154"/>
                  </a:ext>
                </a:extLst>
              </a:tr>
              <a:tr h="431374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FT2-2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Test de décalage (offset)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Offset réglable et stable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00FF00"/>
                          </a:highlight>
                        </a:rPr>
                        <a:t>Fonctionnel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1747697040"/>
                  </a:ext>
                </a:extLst>
              </a:tr>
              <a:tr h="873822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FT3-0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Conversion analogique-numérique (ADC)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Résolution entre 12 et 24 bits, échantillonnage à 44,1 kHz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00FF00"/>
                          </a:highlight>
                        </a:rPr>
                        <a:t>Fonctionnel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384029787"/>
                  </a:ext>
                </a:extLst>
              </a:tr>
              <a:tr h="652598">
                <a:tc>
                  <a:txBody>
                    <a:bodyPr/>
                    <a:lstStyle/>
                    <a:p>
                      <a:pPr indent="353060" algn="l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Entrée Audio Numérique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FT1-0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Test de réception MIDI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Réception des messages MIDI sans erreur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00FF00"/>
                          </a:highlight>
                        </a:rPr>
                        <a:t>Fonctionnel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2352121853"/>
                  </a:ext>
                </a:extLst>
              </a:tr>
              <a:tr h="431374"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FT6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Synchronisation MIDI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 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  <a:highlight>
                            <a:srgbClr val="BC5500"/>
                          </a:highlight>
                        </a:rPr>
                        <a:t>Non-disponible ou en cours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highlight>
                          <a:srgbClr val="BC55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>
                          <a:effectLst/>
                        </a:rPr>
                        <a:t>Aucune</a:t>
                      </a:r>
                      <a:endParaRPr lang="fr-FR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797447801"/>
                  </a:ext>
                </a:extLst>
              </a:tr>
              <a:tr h="652598"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FT3 -1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Programme Conversion Analogique Numérique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 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  <a:highlight>
                            <a:srgbClr val="BC5500"/>
                          </a:highlight>
                        </a:rPr>
                        <a:t>Non-disponible ou en cours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highlight>
                          <a:srgbClr val="BC55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tc>
                  <a:txBody>
                    <a:bodyPr/>
                    <a:lstStyle/>
                    <a:p>
                      <a:pPr indent="353060" algn="ctr">
                        <a:lnSpc>
                          <a:spcPct val="110000"/>
                        </a:lnSpc>
                        <a:spcAft>
                          <a:spcPts val="560"/>
                        </a:spcAft>
                      </a:pPr>
                      <a:r>
                        <a:rPr lang="fr-FR" sz="1200" dirty="0">
                          <a:effectLst/>
                        </a:rPr>
                        <a:t>Aucune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468" marR="39468" marT="0" marB="0" anchor="ctr"/>
                </a:tc>
                <a:extLst>
                  <a:ext uri="{0D108BD9-81ED-4DB2-BD59-A6C34878D82A}">
                    <a16:rowId xmlns:a16="http://schemas.microsoft.com/office/drawing/2014/main" val="822534849"/>
                  </a:ext>
                </a:extLst>
              </a:tr>
            </a:tbl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2A0539-D53B-F5C5-D89A-CD58A8E85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837DA7-FE7F-374E-6D9D-17084410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14</a:t>
            </a:fld>
            <a:endParaRPr lang="fr-FR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BD6721C-F990-3993-8FD9-6B0ACBD0D1BD}"/>
              </a:ext>
            </a:extLst>
          </p:cNvPr>
          <p:cNvSpPr txBox="1">
            <a:spLocks/>
          </p:cNvSpPr>
          <p:nvPr/>
        </p:nvSpPr>
        <p:spPr>
          <a:xfrm>
            <a:off x="914161" y="-228425"/>
            <a:ext cx="10665223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solidFill>
                  <a:srgbClr val="009999"/>
                </a:solidFill>
                <a:latin typeface="Calibri" panose="020F0502020204030204" pitchFamily="34" charset="0"/>
              </a:rPr>
              <a:t>Synthèse globale des Test et état actuelle de système</a:t>
            </a:r>
            <a:endParaRPr lang="fr-FR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950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3FBFD-E3F2-8DA1-90E4-3CABCCCDF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5734" y="1509192"/>
            <a:ext cx="5078677" cy="3454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3200" b="1" dirty="0"/>
              <a:t>Alimentations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Tensions requises : +12V, -12V, 3.3V, 5V.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Connexion aux connecteurs dédiés.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3200" b="1" dirty="0"/>
              <a:t>2. Connexions des Entrées Analogiques &amp; Numériques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b="1" dirty="0"/>
              <a:t>Sources Analogiques</a:t>
            </a:r>
            <a:r>
              <a:rPr lang="fr-FR" sz="2000" dirty="0"/>
              <a:t> : jack 3.5mm, sources audios.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b="1" dirty="0"/>
              <a:t>Signaux Numériques</a:t>
            </a:r>
            <a:r>
              <a:rPr lang="fr-FR" sz="2000" dirty="0"/>
              <a:t> : Niveau logique 3.3V pour le MIDI, jack 3.5mm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r-F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2B7EB-9050-2ADB-07E5-A487E6BD5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2444" y="1484784"/>
            <a:ext cx="5078677" cy="3454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3200" b="1" dirty="0"/>
              <a:t>3. Installation du Système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Préparation de la carte SD.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Installation de Raspberry Pi OS et des bibliothèques nécessaires.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Démarrage de la Raspberry Pi avec le programme dédié.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3200" b="1" dirty="0"/>
              <a:t>4. Précautions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Respect des niveaux de signal : +4 </a:t>
            </a:r>
            <a:r>
              <a:rPr lang="fr-FR" sz="2000" dirty="0" err="1"/>
              <a:t>dBu</a:t>
            </a:r>
            <a:r>
              <a:rPr lang="fr-FR" sz="2000" dirty="0"/>
              <a:t> (1.736V </a:t>
            </a:r>
            <a:r>
              <a:rPr lang="fr-FR" sz="2000" dirty="0" err="1"/>
              <a:t>peak</a:t>
            </a:r>
            <a:r>
              <a:rPr lang="fr-FR" sz="2000" dirty="0"/>
              <a:t>) pour l’analogique.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Manipulation électrique uniquement système éteint.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fr-FR" sz="2000" dirty="0"/>
              <a:t>Suivi des schémas et consignes de sécurité.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48652-8111-9BA5-B2BD-2EA14DF7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406960-190F-D2F7-5975-609E3B39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15</a:t>
            </a:fld>
            <a:endParaRPr lang="fr-FR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04C11A7-DBAE-872B-B3ED-18291C0F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4109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Implantation,</a:t>
            </a:r>
            <a:r>
              <a:rPr lang="en-US" sz="4400" dirty="0"/>
              <a:t> Checklist</a:t>
            </a:r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296175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D07E9-0DA5-8E69-F1BA-1CFE945BF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1F90C7-31EE-9AA1-8526-8B6663A5D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3064" y="1321232"/>
            <a:ext cx="9635698" cy="4608512"/>
          </a:xfrm>
        </p:spPr>
        <p:txBody>
          <a:bodyPr/>
          <a:lstStyle/>
          <a:p>
            <a:pPr>
              <a:buNone/>
            </a:pPr>
            <a:r>
              <a:rPr lang="fr-FR" b="1" dirty="0"/>
              <a:t>Définition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Intervention </a:t>
            </a:r>
            <a:r>
              <a:rPr lang="fr-FR" b="1" dirty="0"/>
              <a:t>anticipée</a:t>
            </a:r>
            <a:r>
              <a:rPr lang="fr-FR" dirty="0"/>
              <a:t> pour éviter l’apparition de pannes.</a:t>
            </a:r>
          </a:p>
          <a:p>
            <a:pPr>
              <a:buNone/>
            </a:pPr>
            <a:r>
              <a:rPr lang="fr-FR" b="1" dirty="0"/>
              <a:t>Actions réalisées</a:t>
            </a:r>
            <a:r>
              <a:rPr lang="fr-FR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Vérification régulière des connexions entre modules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Inspection visuelle pour détecter usure ou corrosion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Nettoyage des éléments sensibles</a:t>
            </a:r>
          </a:p>
          <a:p>
            <a:r>
              <a:rPr lang="fr-FR" b="1" dirty="0"/>
              <a:t>Exemple concret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Nettoyage régulier des potentiomètres pour garantir leur bon fonctionnement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DEFE1D-687C-AEF7-FAFA-11F149F8C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644E536-BC7F-8B82-CDF6-E061CA33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16</a:t>
            </a:fld>
            <a:endParaRPr lang="fr-FR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1FF99B0-99B5-29CF-A890-0671B129A7AC}"/>
              </a:ext>
            </a:extLst>
          </p:cNvPr>
          <p:cNvSpPr txBox="1">
            <a:spLocks/>
          </p:cNvSpPr>
          <p:nvPr/>
        </p:nvSpPr>
        <p:spPr>
          <a:xfrm>
            <a:off x="1227435" y="97269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accent1"/>
                </a:solidFill>
              </a:rPr>
              <a:t>Maintenance </a:t>
            </a:r>
            <a:r>
              <a:rPr lang="en-US" sz="4400" b="1" dirty="0" err="1">
                <a:solidFill>
                  <a:schemeClr val="accent1"/>
                </a:solidFill>
              </a:rPr>
              <a:t>Préventive</a:t>
            </a:r>
            <a:endParaRPr lang="fr-FR" sz="4400" b="1" dirty="0"/>
          </a:p>
        </p:txBody>
      </p:sp>
    </p:spTree>
    <p:extLst>
      <p:ext uri="{BB962C8B-B14F-4D97-AF65-F5344CB8AC3E}">
        <p14:creationId xmlns:p14="http://schemas.microsoft.com/office/powerpoint/2010/main" val="3651522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D3C54-05B5-F35A-057F-6E0E80CE5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2" y="1321232"/>
            <a:ext cx="9635698" cy="4464496"/>
          </a:xfrm>
        </p:spPr>
        <p:txBody>
          <a:bodyPr/>
          <a:lstStyle/>
          <a:p>
            <a:pPr>
              <a:buNone/>
            </a:pPr>
            <a:r>
              <a:rPr lang="fr-FR" b="1" dirty="0"/>
              <a:t>Définition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Intervention </a:t>
            </a:r>
            <a:r>
              <a:rPr lang="fr-FR" b="1" dirty="0"/>
              <a:t>après</a:t>
            </a:r>
            <a:r>
              <a:rPr lang="fr-FR" dirty="0"/>
              <a:t> l'apparition d'un dysfonctionnement pour restaurer le système.</a:t>
            </a:r>
          </a:p>
          <a:p>
            <a:pPr>
              <a:buNone/>
            </a:pPr>
            <a:r>
              <a:rPr lang="fr-FR" b="1" dirty="0"/>
              <a:t>Actions réalisées</a:t>
            </a:r>
            <a:r>
              <a:rPr lang="fr-FR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Remplacement des modules ou composants défectueux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Réparation des connexions endommagées</a:t>
            </a:r>
          </a:p>
          <a:p>
            <a:r>
              <a:rPr lang="fr-FR" b="1" dirty="0"/>
              <a:t>Exemple concret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Remplacement des potentiomètres en fin de vie ou présentant des erreurs de lecture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F70FC7-C2A5-C790-D1FD-AC4361F5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853C65-21B0-3775-B21F-AD093513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17</a:t>
            </a:fld>
            <a:endParaRPr lang="fr-FR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DF360B0-98EA-92CC-820E-876741E27C64}"/>
              </a:ext>
            </a:extLst>
          </p:cNvPr>
          <p:cNvSpPr txBox="1">
            <a:spLocks/>
          </p:cNvSpPr>
          <p:nvPr/>
        </p:nvSpPr>
        <p:spPr>
          <a:xfrm>
            <a:off x="1227435" y="97269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accent1"/>
                </a:solidFill>
              </a:rPr>
              <a:t>Maintenance Corrective</a:t>
            </a:r>
            <a:endParaRPr lang="fr-FR" sz="4400" b="1" dirty="0"/>
          </a:p>
        </p:txBody>
      </p:sp>
    </p:spTree>
    <p:extLst>
      <p:ext uri="{BB962C8B-B14F-4D97-AF65-F5344CB8AC3E}">
        <p14:creationId xmlns:p14="http://schemas.microsoft.com/office/powerpoint/2010/main" val="36145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54724-125C-E9BD-455D-C0CD3BB06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D6B0D-1987-8CFC-89D7-E3601DBB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161" y="-104109"/>
            <a:ext cx="10360501" cy="1223963"/>
          </a:xfrm>
        </p:spPr>
        <p:txBody>
          <a:bodyPr>
            <a:normAutofit/>
          </a:bodyPr>
          <a:lstStyle/>
          <a:p>
            <a:r>
              <a:rPr lang="fr-FR" sz="4400" b="1" dirty="0">
                <a:solidFill>
                  <a:schemeClr val="accent1"/>
                </a:solidFill>
              </a:rPr>
              <a:t>Facilité de Maintenance</a:t>
            </a:r>
            <a:endParaRPr lang="fr-FR" sz="44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77BBE1-4CE0-B2E3-ED74-A4BD3D44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E864561-5F9D-D0C5-8DE5-26637B2D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18</a:t>
            </a:fld>
            <a:endParaRPr lang="fr-FR" sz="2000" dirty="0"/>
          </a:p>
        </p:txBody>
      </p:sp>
      <p:pic>
        <p:nvPicPr>
          <p:cNvPr id="3" name="Content Placeholder 2" descr="A computer generated image of a circuit board&#10;&#10;AI-generated content may be incorrect.">
            <a:extLst>
              <a:ext uri="{FF2B5EF4-FFF2-40B4-BE49-F238E27FC236}">
                <a16:creationId xmlns:a16="http://schemas.microsoft.com/office/drawing/2014/main" id="{9FF420A5-2D27-B4C8-4C62-47115B7F4D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6706" r="6935"/>
          <a:stretch/>
        </p:blipFill>
        <p:spPr>
          <a:xfrm>
            <a:off x="2818047" y="1119854"/>
            <a:ext cx="6552728" cy="534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4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A23FC-A76A-4D54-FF1C-04F21D3F1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858F8-76F1-475D-3F7A-837AD8526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321232"/>
            <a:ext cx="10492153" cy="4850968"/>
          </a:xfrm>
        </p:spPr>
        <p:txBody>
          <a:bodyPr/>
          <a:lstStyle/>
          <a:p>
            <a:r>
              <a:rPr lang="en-GB" dirty="0">
                <a:solidFill>
                  <a:srgbClr val="00B050"/>
                </a:solidFill>
              </a:rPr>
              <a:t>Mixer </a:t>
            </a:r>
            <a:r>
              <a:rPr lang="en-GB" dirty="0" err="1">
                <a:solidFill>
                  <a:srgbClr val="00B050"/>
                </a:solidFill>
              </a:rPr>
              <a:t>l’Audio</a:t>
            </a:r>
            <a:endParaRPr lang="en-GB" dirty="0">
              <a:solidFill>
                <a:srgbClr val="00B050"/>
              </a:solidFill>
            </a:endParaRPr>
          </a:p>
          <a:p>
            <a:r>
              <a:rPr lang="en-GB" dirty="0">
                <a:solidFill>
                  <a:srgbClr val="00B050"/>
                </a:solidFill>
              </a:rPr>
              <a:t>Connecter les Instruments</a:t>
            </a:r>
          </a:p>
          <a:p>
            <a:r>
              <a:rPr lang="en-GB" dirty="0" err="1">
                <a:solidFill>
                  <a:srgbClr val="FFFF00"/>
                </a:solidFill>
              </a:rPr>
              <a:t>Recevoir</a:t>
            </a:r>
            <a:r>
              <a:rPr lang="en-GB" dirty="0">
                <a:solidFill>
                  <a:srgbClr val="FFFF00"/>
                </a:solidFill>
              </a:rPr>
              <a:t> les données</a:t>
            </a:r>
          </a:p>
          <a:p>
            <a:r>
              <a:rPr lang="en-GB" dirty="0" err="1">
                <a:solidFill>
                  <a:srgbClr val="00B050"/>
                </a:solidFill>
              </a:rPr>
              <a:t>Assuer</a:t>
            </a:r>
            <a:r>
              <a:rPr lang="en-GB" dirty="0">
                <a:solidFill>
                  <a:srgbClr val="00B050"/>
                </a:solidFill>
              </a:rPr>
              <a:t> la </a:t>
            </a:r>
            <a:r>
              <a:rPr lang="en-GB" dirty="0" err="1">
                <a:solidFill>
                  <a:srgbClr val="00B050"/>
                </a:solidFill>
              </a:rPr>
              <a:t>sureté</a:t>
            </a:r>
            <a:r>
              <a:rPr lang="en-GB" dirty="0">
                <a:solidFill>
                  <a:srgbClr val="00B050"/>
                </a:solidFill>
              </a:rPr>
              <a:t> du </a:t>
            </a:r>
            <a:r>
              <a:rPr lang="en-GB" dirty="0" err="1">
                <a:solidFill>
                  <a:srgbClr val="00B050"/>
                </a:solidFill>
              </a:rPr>
              <a:t>systeme</a:t>
            </a:r>
            <a:endParaRPr lang="en-GB" dirty="0">
              <a:solidFill>
                <a:srgbClr val="00B050"/>
              </a:solidFill>
            </a:endParaRPr>
          </a:p>
          <a:p>
            <a:r>
              <a:rPr lang="en-GB" dirty="0" err="1">
                <a:solidFill>
                  <a:srgbClr val="00B050"/>
                </a:solidFill>
              </a:rPr>
              <a:t>Facilite</a:t>
            </a:r>
            <a:r>
              <a:rPr lang="en-GB" dirty="0">
                <a:solidFill>
                  <a:srgbClr val="00B050"/>
                </a:solidFill>
              </a:rPr>
              <a:t> de </a:t>
            </a:r>
            <a:r>
              <a:rPr lang="en-GB" dirty="0" err="1">
                <a:solidFill>
                  <a:srgbClr val="00B050"/>
                </a:solidFill>
              </a:rPr>
              <a:t>l’évoluivité</a:t>
            </a:r>
            <a:r>
              <a:rPr lang="en-GB" dirty="0">
                <a:solidFill>
                  <a:srgbClr val="00B050"/>
                </a:solidFill>
              </a:rPr>
              <a:t> et la maintenance</a:t>
            </a:r>
          </a:p>
          <a:p>
            <a:r>
              <a:rPr lang="en-GB" dirty="0">
                <a:solidFill>
                  <a:srgbClr val="FFFF00"/>
                </a:solidFill>
              </a:rPr>
              <a:t>Alimenter le </a:t>
            </a:r>
            <a:r>
              <a:rPr lang="en-GB" dirty="0" err="1">
                <a:solidFill>
                  <a:srgbClr val="FFFF00"/>
                </a:solidFill>
              </a:rPr>
              <a:t>système</a:t>
            </a:r>
            <a:endParaRPr lang="en-GB" dirty="0">
              <a:solidFill>
                <a:srgbClr val="FFFF00"/>
              </a:solidFill>
            </a:endParaRPr>
          </a:p>
          <a:p>
            <a:r>
              <a:rPr lang="en-GB" dirty="0" err="1">
                <a:solidFill>
                  <a:srgbClr val="FFFF00"/>
                </a:solidFill>
              </a:rPr>
              <a:t>Envoyer</a:t>
            </a:r>
            <a:r>
              <a:rPr lang="en-GB" dirty="0">
                <a:solidFill>
                  <a:srgbClr val="FFFF00"/>
                </a:solidFill>
              </a:rPr>
              <a:t> un signal </a:t>
            </a:r>
            <a:r>
              <a:rPr lang="en-GB" dirty="0" err="1">
                <a:solidFill>
                  <a:srgbClr val="FFFF00"/>
                </a:solidFill>
              </a:rPr>
              <a:t>sonore</a:t>
            </a:r>
            <a:r>
              <a:rPr lang="en-GB" dirty="0">
                <a:solidFill>
                  <a:srgbClr val="FFFF00"/>
                </a:solidFill>
              </a:rPr>
              <a:t> </a:t>
            </a:r>
            <a:r>
              <a:rPr lang="en-GB" dirty="0" err="1">
                <a:solidFill>
                  <a:srgbClr val="FFFF00"/>
                </a:solidFill>
              </a:rPr>
              <a:t>en</a:t>
            </a:r>
            <a:r>
              <a:rPr lang="en-GB" dirty="0">
                <a:solidFill>
                  <a:srgbClr val="FFFF00"/>
                </a:solidFill>
              </a:rPr>
              <a:t> sortie.</a:t>
            </a:r>
          </a:p>
          <a:p>
            <a:r>
              <a:rPr lang="en-GB" dirty="0">
                <a:solidFill>
                  <a:srgbClr val="C00000"/>
                </a:solidFill>
              </a:rPr>
              <a:t>Synchronisation</a:t>
            </a:r>
          </a:p>
          <a:p>
            <a:endParaRPr lang="en-GB" dirty="0"/>
          </a:p>
          <a:p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8A37D2-ACD1-CE62-CAFE-5C84CD625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2E85C7-FAD9-15BC-9454-72191D91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19</a:t>
            </a:fld>
            <a:endParaRPr lang="fr-FR" sz="2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7F16CDF-38EC-ECFA-F850-E4081D6A70E9}"/>
              </a:ext>
            </a:extLst>
          </p:cNvPr>
          <p:cNvSpPr txBox="1">
            <a:spLocks/>
          </p:cNvSpPr>
          <p:nvPr/>
        </p:nvSpPr>
        <p:spPr>
          <a:xfrm>
            <a:off x="1227435" y="97269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chemeClr val="accent1"/>
                </a:solidFill>
              </a:rPr>
              <a:t>Check List &amp; CDC</a:t>
            </a:r>
            <a:endParaRPr lang="fr-FR" sz="4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FEE1E1-E1B0-9A26-56D0-6F36F63833F7}"/>
              </a:ext>
            </a:extLst>
          </p:cNvPr>
          <p:cNvSpPr txBox="1">
            <a:spLocks/>
          </p:cNvSpPr>
          <p:nvPr/>
        </p:nvSpPr>
        <p:spPr>
          <a:xfrm>
            <a:off x="8326660" y="4338637"/>
            <a:ext cx="3547274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4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EBC71-532C-9464-C55D-AB4E15324ADC}"/>
              </a:ext>
            </a:extLst>
          </p:cNvPr>
          <p:cNvSpPr txBox="1"/>
          <p:nvPr/>
        </p:nvSpPr>
        <p:spPr>
          <a:xfrm>
            <a:off x="7797312" y="4787205"/>
            <a:ext cx="42071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 err="1">
                <a:solidFill>
                  <a:srgbClr val="00B050"/>
                </a:solidFill>
              </a:rPr>
              <a:t>Fonctionne</a:t>
            </a:r>
            <a:endParaRPr lang="en-GB" sz="2800" dirty="0">
              <a:solidFill>
                <a:srgbClr val="00B050"/>
              </a:solidFill>
            </a:endParaRPr>
          </a:p>
          <a:p>
            <a:r>
              <a:rPr lang="en-GB" sz="2800" dirty="0" err="1">
                <a:solidFill>
                  <a:srgbClr val="FFFF00"/>
                </a:solidFill>
              </a:rPr>
              <a:t>Fonctionne</a:t>
            </a:r>
            <a:r>
              <a:rPr lang="en-GB" sz="2800" dirty="0">
                <a:solidFill>
                  <a:srgbClr val="FFFF00"/>
                </a:solidFill>
              </a:rPr>
              <a:t> </a:t>
            </a:r>
            <a:r>
              <a:rPr lang="en-GB" sz="2800" dirty="0" err="1">
                <a:solidFill>
                  <a:srgbClr val="FFFF00"/>
                </a:solidFill>
              </a:rPr>
              <a:t>en</a:t>
            </a:r>
            <a:r>
              <a:rPr lang="en-GB" sz="2800" dirty="0">
                <a:solidFill>
                  <a:srgbClr val="FFFF00"/>
                </a:solidFill>
              </a:rPr>
              <a:t> état </a:t>
            </a:r>
            <a:r>
              <a:rPr lang="en-GB" sz="2800" dirty="0" err="1">
                <a:solidFill>
                  <a:srgbClr val="FFFF00"/>
                </a:solidFill>
              </a:rPr>
              <a:t>degradé</a:t>
            </a:r>
            <a:endParaRPr lang="en-GB" sz="2800" dirty="0">
              <a:solidFill>
                <a:srgbClr val="FFFF00"/>
              </a:solidFill>
            </a:endParaRPr>
          </a:p>
          <a:p>
            <a:r>
              <a:rPr lang="en-GB" sz="2800" dirty="0">
                <a:solidFill>
                  <a:srgbClr val="C00000"/>
                </a:solidFill>
              </a:rPr>
              <a:t>Non </a:t>
            </a:r>
            <a:r>
              <a:rPr lang="en-GB" sz="2800" dirty="0" err="1">
                <a:solidFill>
                  <a:srgbClr val="C00000"/>
                </a:solidFill>
              </a:rPr>
              <a:t>fonctionnel</a:t>
            </a:r>
            <a:endParaRPr lang="fr-FR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31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B8470-A6E9-2995-1FC1-C9F46123F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8883" y="1321232"/>
            <a:ext cx="10492153" cy="4850968"/>
          </a:xfrm>
        </p:spPr>
        <p:txBody>
          <a:bodyPr/>
          <a:lstStyle/>
          <a:p>
            <a:r>
              <a:rPr lang="fr-FR" dirty="0"/>
              <a:t>Finir la programmation de ADC </a:t>
            </a:r>
          </a:p>
          <a:p>
            <a:r>
              <a:rPr lang="fr-FR" dirty="0"/>
              <a:t>Intégrer tous les systèmes ensemble</a:t>
            </a:r>
          </a:p>
          <a:p>
            <a:endParaRPr lang="fr-FR" dirty="0"/>
          </a:p>
          <a:p>
            <a:r>
              <a:rPr lang="fr-FR" dirty="0"/>
              <a:t>Gain automatique : Signaux analogiques</a:t>
            </a:r>
          </a:p>
          <a:p>
            <a:r>
              <a:rPr lang="fr-FR" dirty="0"/>
              <a:t>Mettre plus d’entrées et moyens d’envoyer des signaux.</a:t>
            </a:r>
          </a:p>
          <a:p>
            <a:r>
              <a:rPr lang="fr-FR" dirty="0"/>
              <a:t>Mettre en place des procédures de maintenance automatisées pour détecter les défaillances rapidement.</a:t>
            </a:r>
          </a:p>
          <a:p>
            <a:r>
              <a:rPr lang="fr-FR" dirty="0"/>
              <a:t>Traitement temps réel.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243AA2-DC54-0BF8-C0B5-D7E1C619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8D90C-592A-4BB3-869D-943E473FE966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600F47-817D-3F22-4F9E-9014FA5F3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20</a:t>
            </a:fld>
            <a:endParaRPr lang="fr-FR" sz="2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C86238B-8C3E-D766-8040-419DE425BE69}"/>
              </a:ext>
            </a:extLst>
          </p:cNvPr>
          <p:cNvSpPr txBox="1">
            <a:spLocks/>
          </p:cNvSpPr>
          <p:nvPr/>
        </p:nvSpPr>
        <p:spPr>
          <a:xfrm>
            <a:off x="1227435" y="97269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err="1">
                <a:solidFill>
                  <a:schemeClr val="accent1"/>
                </a:solidFill>
              </a:rPr>
              <a:t>Reste</a:t>
            </a:r>
            <a:r>
              <a:rPr lang="en-US" sz="4400" b="1" dirty="0">
                <a:solidFill>
                  <a:schemeClr val="accent1"/>
                </a:solidFill>
              </a:rPr>
              <a:t> a Faire</a:t>
            </a:r>
            <a:endParaRPr lang="fr-FR" sz="44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15A89D-BE03-2B61-7E2E-D8A781043D97}"/>
              </a:ext>
            </a:extLst>
          </p:cNvPr>
          <p:cNvSpPr txBox="1">
            <a:spLocks/>
          </p:cNvSpPr>
          <p:nvPr/>
        </p:nvSpPr>
        <p:spPr>
          <a:xfrm>
            <a:off x="1218882" y="1844824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 err="1">
                <a:solidFill>
                  <a:schemeClr val="accent1"/>
                </a:solidFill>
              </a:rPr>
              <a:t>Pistes</a:t>
            </a:r>
            <a:r>
              <a:rPr lang="en-US" sz="4400" b="1" dirty="0">
                <a:solidFill>
                  <a:schemeClr val="accent1"/>
                </a:solidFill>
              </a:rPr>
              <a:t> ameliorations</a:t>
            </a:r>
            <a:endParaRPr lang="fr-FR" sz="4400" b="1" dirty="0"/>
          </a:p>
        </p:txBody>
      </p:sp>
    </p:spTree>
    <p:extLst>
      <p:ext uri="{BB962C8B-B14F-4D97-AF65-F5344CB8AC3E}">
        <p14:creationId xmlns:p14="http://schemas.microsoft.com/office/powerpoint/2010/main" val="418376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CCAE0-7D75-5315-D18F-A98FAEF9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11500" dirty="0">
                <a:solidFill>
                  <a:schemeClr val="accent1"/>
                </a:solidFill>
              </a:rPr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59DAB-311A-B8A5-E4D5-FA2BB48E4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882C-578E-43CF-9E65-BCBD84298E0F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A5F06-3CF0-2D1D-F973-90E7AFE11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881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7BCEE-6130-F4D9-8A7D-B0AA5358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8A750-CBB1-1D1C-DA75-A7854DC2A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BE81C-293A-9F35-123D-FD0BF74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882C-578E-43CF-9E65-BCBD84298E0F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C30570-35F6-DA14-120F-7D267C767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22</a:t>
            </a:fld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6E08F1-F5BE-AC22-E8D6-DA077A72A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277" y="580627"/>
            <a:ext cx="5344271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62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5FCF-AC43-AD93-B66C-9EBC1E31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35B5D-F4E0-D30B-FA65-089E8DC05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E5F63-CFAA-A638-90F7-FFEEF2243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882C-578E-43CF-9E65-BCBD84298E0F}" type="datetime1">
              <a:rPr lang="fr-FR" smtClean="0"/>
              <a:t>02/05/2025</a:t>
            </a:fld>
            <a:endParaRPr lang="fr-F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9119CA-9F64-2495-109E-CF56CBCC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C014DD1E-5D91-48A3-AD6D-45FBA980D106}" type="slidenum">
              <a:rPr lang="fr-FR" sz="2000" smtClean="0"/>
              <a:pPr algn="r"/>
              <a:t>23</a:t>
            </a:fld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FE982E-3A39-B443-9F0C-9685B32A9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24" y="1124745"/>
            <a:ext cx="11241975" cy="46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33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nologie 16: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57_TF02787990_TF02787990.potx" id="{ABCB071B-19A3-44BE-B302-F4BBE7E3E2D5}" vid="{F4600F28-01B2-4FC5-9857-5FFF9F08051B}"/>
    </a:ext>
  </a:extLst>
</a:theme>
</file>

<file path=ppt/theme/theme2.xml><?xml version="1.0" encoding="utf-8"?>
<a:theme xmlns:a="http://schemas.openxmlformats.org/drawingml/2006/main" name="Thèm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Circuit à trois lignes (grand écran)</Template>
  <TotalTime>2600</TotalTime>
  <Words>742</Words>
  <Application>Microsoft Office PowerPoint</Application>
  <PresentationFormat>Custom</PresentationFormat>
  <Paragraphs>202</Paragraphs>
  <Slides>23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Technologie 16:9</vt:lpstr>
      <vt:lpstr>Table de Mixage : SmartMix</vt:lpstr>
      <vt:lpstr>Sommaire </vt:lpstr>
      <vt:lpstr>Présentation de système </vt:lpstr>
      <vt:lpstr>FAST</vt:lpstr>
      <vt:lpstr>PowerPoint Presentation</vt:lpstr>
      <vt:lpstr>Détails des sous-systèmes</vt:lpstr>
      <vt:lpstr>Conception</vt:lpstr>
      <vt:lpstr>Conception</vt:lpstr>
      <vt:lpstr>Conception</vt:lpstr>
      <vt:lpstr>Conception</vt:lpstr>
      <vt:lpstr>Vérification</vt:lpstr>
      <vt:lpstr>Vérification</vt:lpstr>
      <vt:lpstr>PowerPoint Presentation</vt:lpstr>
      <vt:lpstr>PowerPoint Presentation</vt:lpstr>
      <vt:lpstr>Implantation, Checklist</vt:lpstr>
      <vt:lpstr>PowerPoint Presentation</vt:lpstr>
      <vt:lpstr>PowerPoint Presentation</vt:lpstr>
      <vt:lpstr>Facilité de Maintenance</vt:lpstr>
      <vt:lpstr>PowerPoint Presentation</vt:lpstr>
      <vt:lpstr>PowerPoint Presentation</vt:lpstr>
      <vt:lpstr>Questions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_ Kryptos_</dc:creator>
  <cp:lastModifiedBy>Styxie x</cp:lastModifiedBy>
  <cp:revision>5</cp:revision>
  <dcterms:created xsi:type="dcterms:W3CDTF">2024-12-13T12:29:08Z</dcterms:created>
  <dcterms:modified xsi:type="dcterms:W3CDTF">2025-05-02T12:51:10Z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