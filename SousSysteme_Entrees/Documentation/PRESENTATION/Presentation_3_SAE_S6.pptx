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4"/>
  </p:sldMasterIdLst>
  <p:notesMasterIdLst>
    <p:notesMasterId r:id="rId25"/>
  </p:notesMasterIdLst>
  <p:handoutMasterIdLst>
    <p:handoutMasterId r:id="rId26"/>
  </p:handoutMasterIdLst>
  <p:sldIdLst>
    <p:sldId id="257" r:id="rId5"/>
    <p:sldId id="268" r:id="rId6"/>
    <p:sldId id="277" r:id="rId7"/>
    <p:sldId id="312" r:id="rId8"/>
    <p:sldId id="320" r:id="rId9"/>
    <p:sldId id="313" r:id="rId10"/>
    <p:sldId id="311" r:id="rId11"/>
    <p:sldId id="319" r:id="rId12"/>
    <p:sldId id="317" r:id="rId13"/>
    <p:sldId id="322" r:id="rId14"/>
    <p:sldId id="302" r:id="rId15"/>
    <p:sldId id="308" r:id="rId16"/>
    <p:sldId id="310" r:id="rId17"/>
    <p:sldId id="323" r:id="rId18"/>
    <p:sldId id="309" r:id="rId19"/>
    <p:sldId id="325" r:id="rId20"/>
    <p:sldId id="307" r:id="rId21"/>
    <p:sldId id="275" r:id="rId22"/>
    <p:sldId id="303" r:id="rId23"/>
    <p:sldId id="304" r:id="rId24"/>
  </p:sldIdLst>
  <p:sldSz cx="12188825" cy="6858000"/>
  <p:notesSz cx="6858000" cy="9144000"/>
  <p:defaultTextStyle>
    <a:defPPr rtl="0">
      <a:defRPr lang="fr-fr"/>
    </a:defPPr>
    <a:lvl1pPr marL="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1pPr>
    <a:lvl2pPr marL="60949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2pPr>
    <a:lvl3pPr marL="121898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3pPr>
    <a:lvl4pPr marL="182848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4pPr>
    <a:lvl5pPr marL="243797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5pPr>
    <a:lvl6pPr marL="304746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23106B93-43EC-4933-A3AF-788873588309}">
          <p14:sldIdLst>
            <p14:sldId id="257"/>
            <p14:sldId id="268"/>
            <p14:sldId id="277"/>
            <p14:sldId id="312"/>
            <p14:sldId id="320"/>
            <p14:sldId id="313"/>
            <p14:sldId id="311"/>
            <p14:sldId id="319"/>
            <p14:sldId id="317"/>
            <p14:sldId id="322"/>
            <p14:sldId id="302"/>
            <p14:sldId id="308"/>
            <p14:sldId id="310"/>
            <p14:sldId id="323"/>
            <p14:sldId id="309"/>
            <p14:sldId id="325"/>
            <p14:sldId id="307"/>
            <p14:sldId id="275"/>
          </p14:sldIdLst>
        </p14:section>
        <p14:section name="Untitled Section" id="{AD3FF0D7-A481-4E42-A1E9-768789494926}">
          <p14:sldIdLst>
            <p14:sldId id="303"/>
            <p14:sldId id="30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5" pos="3839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C5500"/>
    <a:srgbClr val="394404"/>
    <a:srgbClr val="5F6F0F"/>
    <a:srgbClr val="718412"/>
    <a:srgbClr val="65741A"/>
    <a:srgbClr val="70811D"/>
    <a:srgbClr val="7B8D1F"/>
    <a:srgbClr val="839721"/>
    <a:srgbClr val="95AB25"/>
    <a:srgbClr val="C45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7206" autoAdjust="0"/>
    <p:restoredTop sz="63803" autoAdjust="0"/>
  </p:normalViewPr>
  <p:slideViewPr>
    <p:cSldViewPr>
      <p:cViewPr varScale="1">
        <p:scale>
          <a:sx n="51" d="100"/>
          <a:sy n="51" d="100"/>
        </p:scale>
        <p:origin x="108" y="588"/>
      </p:cViewPr>
      <p:guideLst>
        <p:guide orient="horz" pos="2160"/>
        <p:guide pos="3839"/>
      </p:guideLst>
    </p:cSldViewPr>
  </p:slideViewPr>
  <p:outlineViewPr>
    <p:cViewPr>
      <p:scale>
        <a:sx n="33" d="100"/>
        <a:sy n="33" d="100"/>
      </p:scale>
      <p:origin x="0" y="-924"/>
    </p:cViewPr>
  </p:outlineViewPr>
  <p:notesTextViewPr>
    <p:cViewPr>
      <p:scale>
        <a:sx n="1" d="1"/>
        <a:sy n="1" d="1"/>
      </p:scale>
      <p:origin x="0" y="0"/>
    </p:cViewPr>
  </p:notesTextViewPr>
  <p:notesViewPr>
    <p:cSldViewPr showGuides="1">
      <p:cViewPr varScale="1">
        <p:scale>
          <a:sx n="89" d="100"/>
          <a:sy n="89" d="100"/>
        </p:scale>
        <p:origin x="3798" y="78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tyxie x" userId="44e5248c228d5751" providerId="LiveId" clId="{BC3AD439-EA75-47CC-AFFB-98D1B066A9EB}"/>
    <pc:docChg chg="undo redo custSel addSld delSld modSld sldOrd modSection">
      <pc:chgData name="Styxie x" userId="44e5248c228d5751" providerId="LiveId" clId="{BC3AD439-EA75-47CC-AFFB-98D1B066A9EB}" dt="2025-05-01T19:41:41.911" v="1658" actId="478"/>
      <pc:docMkLst>
        <pc:docMk/>
      </pc:docMkLst>
      <pc:sldChg chg="delSp modSp mod">
        <pc:chgData name="Styxie x" userId="44e5248c228d5751" providerId="LiveId" clId="{BC3AD439-EA75-47CC-AFFB-98D1B066A9EB}" dt="2025-05-01T19:41:41.911" v="1658" actId="478"/>
        <pc:sldMkLst>
          <pc:docMk/>
          <pc:sldMk cId="1332291891" sldId="257"/>
        </pc:sldMkLst>
        <pc:spChg chg="del mod">
          <ac:chgData name="Styxie x" userId="44e5248c228d5751" providerId="LiveId" clId="{BC3AD439-EA75-47CC-AFFB-98D1B066A9EB}" dt="2025-05-01T19:41:41.911" v="1658" actId="478"/>
          <ac:spMkLst>
            <pc:docMk/>
            <pc:sldMk cId="1332291891" sldId="257"/>
            <ac:spMk id="4" creationId="{973112A8-8C5C-68EE-08A5-D6EBC26A54FB}"/>
          </ac:spMkLst>
        </pc:spChg>
      </pc:sldChg>
      <pc:sldChg chg="del">
        <pc:chgData name="Styxie x" userId="44e5248c228d5751" providerId="LiveId" clId="{BC3AD439-EA75-47CC-AFFB-98D1B066A9EB}" dt="2025-05-01T13:38:18.276" v="212" actId="47"/>
        <pc:sldMkLst>
          <pc:docMk/>
          <pc:sldMk cId="2672039197" sldId="261"/>
        </pc:sldMkLst>
      </pc:sldChg>
      <pc:sldChg chg="modSp mod">
        <pc:chgData name="Styxie x" userId="44e5248c228d5751" providerId="LiveId" clId="{BC3AD439-EA75-47CC-AFFB-98D1B066A9EB}" dt="2025-05-01T19:37:52.737" v="1560" actId="403"/>
        <pc:sldMkLst>
          <pc:docMk/>
          <pc:sldMk cId="3529114326" sldId="268"/>
        </pc:sldMkLst>
        <pc:spChg chg="mod">
          <ac:chgData name="Styxie x" userId="44e5248c228d5751" providerId="LiveId" clId="{BC3AD439-EA75-47CC-AFFB-98D1B066A9EB}" dt="2025-05-01T19:37:52.737" v="1560" actId="403"/>
          <ac:spMkLst>
            <pc:docMk/>
            <pc:sldMk cId="3529114326" sldId="268"/>
            <ac:spMk id="4" creationId="{CF576F2E-6CB6-A315-AC18-EB241BD3F284}"/>
          </ac:spMkLst>
        </pc:spChg>
        <pc:spChg chg="mod">
          <ac:chgData name="Styxie x" userId="44e5248c228d5751" providerId="LiveId" clId="{BC3AD439-EA75-47CC-AFFB-98D1B066A9EB}" dt="2025-05-01T17:16:58.182" v="615"/>
          <ac:spMkLst>
            <pc:docMk/>
            <pc:sldMk cId="3529114326" sldId="268"/>
            <ac:spMk id="14" creationId="{00000000-0000-0000-0000-000000000000}"/>
          </ac:spMkLst>
        </pc:spChg>
      </pc:sldChg>
      <pc:sldChg chg="addSp delSp modSp del mod ord">
        <pc:chgData name="Styxie x" userId="44e5248c228d5751" providerId="LiveId" clId="{BC3AD439-EA75-47CC-AFFB-98D1B066A9EB}" dt="2025-05-01T13:55:32.649" v="288" actId="47"/>
        <pc:sldMkLst>
          <pc:docMk/>
          <pc:sldMk cId="2872295955" sldId="272"/>
        </pc:sldMkLst>
        <pc:spChg chg="del mod">
          <ac:chgData name="Styxie x" userId="44e5248c228d5751" providerId="LiveId" clId="{BC3AD439-EA75-47CC-AFFB-98D1B066A9EB}" dt="2025-05-01T13:40:56.054" v="261" actId="478"/>
          <ac:spMkLst>
            <pc:docMk/>
            <pc:sldMk cId="2872295955" sldId="272"/>
            <ac:spMk id="2" creationId="{E766338F-46EC-4E3F-ED5F-6DE918FD6F88}"/>
          </ac:spMkLst>
        </pc:spChg>
        <pc:spChg chg="add del">
          <ac:chgData name="Styxie x" userId="44e5248c228d5751" providerId="LiveId" clId="{BC3AD439-EA75-47CC-AFFB-98D1B066A9EB}" dt="2025-05-01T13:41:16.926" v="268" actId="21"/>
          <ac:spMkLst>
            <pc:docMk/>
            <pc:sldMk cId="2872295955" sldId="272"/>
            <ac:spMk id="3" creationId="{3E0B21D0-CE82-D3C7-64F7-1F6361234B4C}"/>
          </ac:spMkLst>
        </pc:spChg>
        <pc:spChg chg="mod">
          <ac:chgData name="Styxie x" userId="44e5248c228d5751" providerId="LiveId" clId="{BC3AD439-EA75-47CC-AFFB-98D1B066A9EB}" dt="2025-05-01T13:40:43.978" v="259" actId="1076"/>
          <ac:spMkLst>
            <pc:docMk/>
            <pc:sldMk cId="2872295955" sldId="272"/>
            <ac:spMk id="7" creationId="{77CF60D4-23A5-C7EF-5B4A-5E6ED9871F6F}"/>
          </ac:spMkLst>
        </pc:spChg>
        <pc:spChg chg="del">
          <ac:chgData name="Styxie x" userId="44e5248c228d5751" providerId="LiveId" clId="{BC3AD439-EA75-47CC-AFFB-98D1B066A9EB}" dt="2025-05-01T13:40:29.174" v="253" actId="21"/>
          <ac:spMkLst>
            <pc:docMk/>
            <pc:sldMk cId="2872295955" sldId="272"/>
            <ac:spMk id="8" creationId="{39CDADF2-DF3C-D38B-C3BD-4DBCAF7F4F7D}"/>
          </ac:spMkLst>
        </pc:spChg>
        <pc:spChg chg="add del mod">
          <ac:chgData name="Styxie x" userId="44e5248c228d5751" providerId="LiveId" clId="{BC3AD439-EA75-47CC-AFFB-98D1B066A9EB}" dt="2025-05-01T13:40:58.028" v="262" actId="478"/>
          <ac:spMkLst>
            <pc:docMk/>
            <pc:sldMk cId="2872295955" sldId="272"/>
            <ac:spMk id="9" creationId="{3D437392-E6C8-8FE8-A211-BA47D9C34B32}"/>
          </ac:spMkLst>
        </pc:spChg>
        <pc:spChg chg="add del mod">
          <ac:chgData name="Styxie x" userId="44e5248c228d5751" providerId="LiveId" clId="{BC3AD439-EA75-47CC-AFFB-98D1B066A9EB}" dt="2025-05-01T13:41:16.926" v="268" actId="21"/>
          <ac:spMkLst>
            <pc:docMk/>
            <pc:sldMk cId="2872295955" sldId="272"/>
            <ac:spMk id="11" creationId="{93179336-EB37-BDD6-26D8-F5508A65DBA4}"/>
          </ac:spMkLst>
        </pc:spChg>
        <pc:picChg chg="add del">
          <ac:chgData name="Styxie x" userId="44e5248c228d5751" providerId="LiveId" clId="{BC3AD439-EA75-47CC-AFFB-98D1B066A9EB}" dt="2025-05-01T13:41:16.926" v="268" actId="21"/>
          <ac:picMkLst>
            <pc:docMk/>
            <pc:sldMk cId="2872295955" sldId="272"/>
            <ac:picMk id="5" creationId="{850B54CA-D29D-FB66-A848-9F336037C408}"/>
          </ac:picMkLst>
        </pc:picChg>
      </pc:sldChg>
      <pc:sldChg chg="modSp mod">
        <pc:chgData name="Styxie x" userId="44e5248c228d5751" providerId="LiveId" clId="{BC3AD439-EA75-47CC-AFFB-98D1B066A9EB}" dt="2025-05-01T19:40:09.378" v="1648" actId="403"/>
        <pc:sldMkLst>
          <pc:docMk/>
          <pc:sldMk cId="1748813178" sldId="275"/>
        </pc:sldMkLst>
        <pc:spChg chg="mod">
          <ac:chgData name="Styxie x" userId="44e5248c228d5751" providerId="LiveId" clId="{BC3AD439-EA75-47CC-AFFB-98D1B066A9EB}" dt="2025-05-01T19:40:09.378" v="1648" actId="403"/>
          <ac:spMkLst>
            <pc:docMk/>
            <pc:sldMk cId="1748813178" sldId="275"/>
            <ac:spMk id="5" creationId="{438A5F06-3CF0-2D1D-F973-90E7AFE1184C}"/>
          </ac:spMkLst>
        </pc:spChg>
      </pc:sldChg>
      <pc:sldChg chg="del">
        <pc:chgData name="Styxie x" userId="44e5248c228d5751" providerId="LiveId" clId="{BC3AD439-EA75-47CC-AFFB-98D1B066A9EB}" dt="2025-05-01T13:37:22.036" v="199" actId="47"/>
        <pc:sldMkLst>
          <pc:docMk/>
          <pc:sldMk cId="3418822909" sldId="276"/>
        </pc:sldMkLst>
      </pc:sldChg>
      <pc:sldChg chg="addSp delSp modSp mod ord">
        <pc:chgData name="Styxie x" userId="44e5248c228d5751" providerId="LiveId" clId="{BC3AD439-EA75-47CC-AFFB-98D1B066A9EB}" dt="2025-05-01T19:37:59.823" v="1564" actId="403"/>
        <pc:sldMkLst>
          <pc:docMk/>
          <pc:sldMk cId="2489761763" sldId="277"/>
        </pc:sldMkLst>
        <pc:spChg chg="mod">
          <ac:chgData name="Styxie x" userId="44e5248c228d5751" providerId="LiveId" clId="{BC3AD439-EA75-47CC-AFFB-98D1B066A9EB}" dt="2025-05-01T13:40:02.975" v="250" actId="27636"/>
          <ac:spMkLst>
            <pc:docMk/>
            <pc:sldMk cId="2489761763" sldId="277"/>
            <ac:spMk id="2" creationId="{E85538D4-4A98-2254-121C-27E5678ECFBE}"/>
          </ac:spMkLst>
        </pc:spChg>
        <pc:spChg chg="add del mod">
          <ac:chgData name="Styxie x" userId="44e5248c228d5751" providerId="LiveId" clId="{BC3AD439-EA75-47CC-AFFB-98D1B066A9EB}" dt="2025-05-01T13:40:39.519" v="257" actId="478"/>
          <ac:spMkLst>
            <pc:docMk/>
            <pc:sldMk cId="2489761763" sldId="277"/>
            <ac:spMk id="6" creationId="{935E8DD1-4C71-29B2-DDF6-760AFFF65829}"/>
          </ac:spMkLst>
        </pc:spChg>
        <pc:spChg chg="mod">
          <ac:chgData name="Styxie x" userId="44e5248c228d5751" providerId="LiveId" clId="{BC3AD439-EA75-47CC-AFFB-98D1B066A9EB}" dt="2025-05-01T19:37:59.823" v="1564" actId="403"/>
          <ac:spMkLst>
            <pc:docMk/>
            <pc:sldMk cId="2489761763" sldId="277"/>
            <ac:spMk id="8" creationId="{77388A81-9B5E-EB69-C302-5D49A204792A}"/>
          </ac:spMkLst>
        </pc:spChg>
        <pc:spChg chg="add mod">
          <ac:chgData name="Styxie x" userId="44e5248c228d5751" providerId="LiveId" clId="{BC3AD439-EA75-47CC-AFFB-98D1B066A9EB}" dt="2025-05-01T13:40:36.226" v="256"/>
          <ac:spMkLst>
            <pc:docMk/>
            <pc:sldMk cId="2489761763" sldId="277"/>
            <ac:spMk id="9" creationId="{39CDADF2-DF3C-D38B-C3BD-4DBCAF7F4F7D}"/>
          </ac:spMkLst>
        </pc:spChg>
        <pc:spChg chg="add mod">
          <ac:chgData name="Styxie x" userId="44e5248c228d5751" providerId="LiveId" clId="{BC3AD439-EA75-47CC-AFFB-98D1B066A9EB}" dt="2025-05-01T13:41:09.785" v="265"/>
          <ac:spMkLst>
            <pc:docMk/>
            <pc:sldMk cId="2489761763" sldId="277"/>
            <ac:spMk id="10" creationId="{3E0B21D0-CE82-D3C7-64F7-1F6361234B4C}"/>
          </ac:spMkLst>
        </pc:spChg>
        <pc:spChg chg="add mod">
          <ac:chgData name="Styxie x" userId="44e5248c228d5751" providerId="LiveId" clId="{BC3AD439-EA75-47CC-AFFB-98D1B066A9EB}" dt="2025-05-01T13:41:15.462" v="267"/>
          <ac:spMkLst>
            <pc:docMk/>
            <pc:sldMk cId="2489761763" sldId="277"/>
            <ac:spMk id="12" creationId="{C6EE5D1E-9E95-1AFD-F90B-3A59266C8D7F}"/>
          </ac:spMkLst>
        </pc:spChg>
        <pc:spChg chg="add mod">
          <ac:chgData name="Styxie x" userId="44e5248c228d5751" providerId="LiveId" clId="{BC3AD439-EA75-47CC-AFFB-98D1B066A9EB}" dt="2025-05-01T13:41:49.815" v="272" actId="207"/>
          <ac:spMkLst>
            <pc:docMk/>
            <pc:sldMk cId="2489761763" sldId="277"/>
            <ac:spMk id="14" creationId="{D65FA779-1A2A-0828-D273-AB79A6D0317E}"/>
          </ac:spMkLst>
        </pc:spChg>
        <pc:picChg chg="del">
          <ac:chgData name="Styxie x" userId="44e5248c228d5751" providerId="LiveId" clId="{BC3AD439-EA75-47CC-AFFB-98D1B066A9EB}" dt="2025-05-01T13:40:35.395" v="255" actId="478"/>
          <ac:picMkLst>
            <pc:docMk/>
            <pc:sldMk cId="2489761763" sldId="277"/>
            <ac:picMk id="3" creationId="{5013D743-A410-CCCE-A8BC-38D86B16637F}"/>
          </ac:picMkLst>
        </pc:picChg>
        <pc:picChg chg="del">
          <ac:chgData name="Styxie x" userId="44e5248c228d5751" providerId="LiveId" clId="{BC3AD439-EA75-47CC-AFFB-98D1B066A9EB}" dt="2025-05-01T13:40:34.136" v="254" actId="478"/>
          <ac:picMkLst>
            <pc:docMk/>
            <pc:sldMk cId="2489761763" sldId="277"/>
            <ac:picMk id="4" creationId="{2AF477EC-8978-D6F7-77DE-388D6CD1763A}"/>
          </ac:picMkLst>
        </pc:picChg>
        <pc:picChg chg="add mod">
          <ac:chgData name="Styxie x" userId="44e5248c228d5751" providerId="LiveId" clId="{BC3AD439-EA75-47CC-AFFB-98D1B066A9EB}" dt="2025-05-01T13:41:07.975" v="264"/>
          <ac:picMkLst>
            <pc:docMk/>
            <pc:sldMk cId="2489761763" sldId="277"/>
            <ac:picMk id="11" creationId="{850B54CA-D29D-FB66-A848-9F336037C408}"/>
          </ac:picMkLst>
        </pc:picChg>
        <pc:picChg chg="add mod">
          <ac:chgData name="Styxie x" userId="44e5248c228d5751" providerId="LiveId" clId="{BC3AD439-EA75-47CC-AFFB-98D1B066A9EB}" dt="2025-05-01T13:41:11.113" v="266"/>
          <ac:picMkLst>
            <pc:docMk/>
            <pc:sldMk cId="2489761763" sldId="277"/>
            <ac:picMk id="13" creationId="{0A5D0CEB-97DF-0E6D-7257-3935ABCDC66E}"/>
          </ac:picMkLst>
        </pc:picChg>
        <pc:picChg chg="add mod">
          <ac:chgData name="Styxie x" userId="44e5248c228d5751" providerId="LiveId" clId="{BC3AD439-EA75-47CC-AFFB-98D1B066A9EB}" dt="2025-05-01T13:41:22.166" v="269"/>
          <ac:picMkLst>
            <pc:docMk/>
            <pc:sldMk cId="2489761763" sldId="277"/>
            <ac:picMk id="15" creationId="{211F3DCA-322E-3B6D-98AB-0DB0A27E948A}"/>
          </ac:picMkLst>
        </pc:picChg>
      </pc:sldChg>
      <pc:sldChg chg="del">
        <pc:chgData name="Styxie x" userId="44e5248c228d5751" providerId="LiveId" clId="{BC3AD439-EA75-47CC-AFFB-98D1B066A9EB}" dt="2025-05-01T13:37:31.843" v="202" actId="47"/>
        <pc:sldMkLst>
          <pc:docMk/>
          <pc:sldMk cId="712034602" sldId="278"/>
        </pc:sldMkLst>
      </pc:sldChg>
      <pc:sldChg chg="del">
        <pc:chgData name="Styxie x" userId="44e5248c228d5751" providerId="LiveId" clId="{BC3AD439-EA75-47CC-AFFB-98D1B066A9EB}" dt="2025-05-01T13:37:33.380" v="203" actId="47"/>
        <pc:sldMkLst>
          <pc:docMk/>
          <pc:sldMk cId="3562657106" sldId="282"/>
        </pc:sldMkLst>
      </pc:sldChg>
      <pc:sldChg chg="del">
        <pc:chgData name="Styxie x" userId="44e5248c228d5751" providerId="LiveId" clId="{BC3AD439-EA75-47CC-AFFB-98D1B066A9EB}" dt="2025-05-01T13:37:37.624" v="204" actId="47"/>
        <pc:sldMkLst>
          <pc:docMk/>
          <pc:sldMk cId="2560665308" sldId="285"/>
        </pc:sldMkLst>
      </pc:sldChg>
      <pc:sldChg chg="del">
        <pc:chgData name="Styxie x" userId="44e5248c228d5751" providerId="LiveId" clId="{BC3AD439-EA75-47CC-AFFB-98D1B066A9EB}" dt="2025-05-01T13:37:44.119" v="205" actId="47"/>
        <pc:sldMkLst>
          <pc:docMk/>
          <pc:sldMk cId="1479545642" sldId="286"/>
        </pc:sldMkLst>
      </pc:sldChg>
      <pc:sldChg chg="del">
        <pc:chgData name="Styxie x" userId="44e5248c228d5751" providerId="LiveId" clId="{BC3AD439-EA75-47CC-AFFB-98D1B066A9EB}" dt="2025-05-01T13:37:45.613" v="206" actId="47"/>
        <pc:sldMkLst>
          <pc:docMk/>
          <pc:sldMk cId="2065613879" sldId="287"/>
        </pc:sldMkLst>
      </pc:sldChg>
      <pc:sldChg chg="del">
        <pc:chgData name="Styxie x" userId="44e5248c228d5751" providerId="LiveId" clId="{BC3AD439-EA75-47CC-AFFB-98D1B066A9EB}" dt="2025-05-01T13:37:48.421" v="207" actId="47"/>
        <pc:sldMkLst>
          <pc:docMk/>
          <pc:sldMk cId="2774640028" sldId="289"/>
        </pc:sldMkLst>
      </pc:sldChg>
      <pc:sldChg chg="del">
        <pc:chgData name="Styxie x" userId="44e5248c228d5751" providerId="LiveId" clId="{BC3AD439-EA75-47CC-AFFB-98D1B066A9EB}" dt="2025-05-01T13:37:51.494" v="208" actId="47"/>
        <pc:sldMkLst>
          <pc:docMk/>
          <pc:sldMk cId="819228769" sldId="290"/>
        </pc:sldMkLst>
      </pc:sldChg>
      <pc:sldChg chg="del">
        <pc:chgData name="Styxie x" userId="44e5248c228d5751" providerId="LiveId" clId="{BC3AD439-EA75-47CC-AFFB-98D1B066A9EB}" dt="2025-05-01T13:37:27.322" v="200" actId="47"/>
        <pc:sldMkLst>
          <pc:docMk/>
          <pc:sldMk cId="2724236639" sldId="292"/>
        </pc:sldMkLst>
      </pc:sldChg>
      <pc:sldChg chg="del">
        <pc:chgData name="Styxie x" userId="44e5248c228d5751" providerId="LiveId" clId="{BC3AD439-EA75-47CC-AFFB-98D1B066A9EB}" dt="2025-05-01T13:37:57.093" v="209" actId="47"/>
        <pc:sldMkLst>
          <pc:docMk/>
          <pc:sldMk cId="1237921426" sldId="293"/>
        </pc:sldMkLst>
      </pc:sldChg>
      <pc:sldChg chg="del">
        <pc:chgData name="Styxie x" userId="44e5248c228d5751" providerId="LiveId" clId="{BC3AD439-EA75-47CC-AFFB-98D1B066A9EB}" dt="2025-05-01T13:38:25.498" v="213" actId="47"/>
        <pc:sldMkLst>
          <pc:docMk/>
          <pc:sldMk cId="2028202109" sldId="294"/>
        </pc:sldMkLst>
      </pc:sldChg>
      <pc:sldChg chg="del">
        <pc:chgData name="Styxie x" userId="44e5248c228d5751" providerId="LiveId" clId="{BC3AD439-EA75-47CC-AFFB-98D1B066A9EB}" dt="2025-05-01T13:37:29.888" v="201" actId="47"/>
        <pc:sldMkLst>
          <pc:docMk/>
          <pc:sldMk cId="350710132" sldId="297"/>
        </pc:sldMkLst>
      </pc:sldChg>
      <pc:sldChg chg="del">
        <pc:chgData name="Styxie x" userId="44e5248c228d5751" providerId="LiveId" clId="{BC3AD439-EA75-47CC-AFFB-98D1B066A9EB}" dt="2025-05-01T13:38:29.025" v="215" actId="47"/>
        <pc:sldMkLst>
          <pc:docMk/>
          <pc:sldMk cId="2312348673" sldId="298"/>
        </pc:sldMkLst>
      </pc:sldChg>
      <pc:sldChg chg="del">
        <pc:chgData name="Styxie x" userId="44e5248c228d5751" providerId="LiveId" clId="{BC3AD439-EA75-47CC-AFFB-98D1B066A9EB}" dt="2025-05-01T13:38:31.422" v="216" actId="47"/>
        <pc:sldMkLst>
          <pc:docMk/>
          <pc:sldMk cId="2718783700" sldId="300"/>
        </pc:sldMkLst>
      </pc:sldChg>
      <pc:sldChg chg="del">
        <pc:chgData name="Styxie x" userId="44e5248c228d5751" providerId="LiveId" clId="{BC3AD439-EA75-47CC-AFFB-98D1B066A9EB}" dt="2025-05-01T13:38:27.664" v="214" actId="47"/>
        <pc:sldMkLst>
          <pc:docMk/>
          <pc:sldMk cId="2935233943" sldId="301"/>
        </pc:sldMkLst>
      </pc:sldChg>
      <pc:sldChg chg="modSp mod ord">
        <pc:chgData name="Styxie x" userId="44e5248c228d5751" providerId="LiveId" clId="{BC3AD439-EA75-47CC-AFFB-98D1B066A9EB}" dt="2025-05-01T19:39:35.362" v="1626" actId="403"/>
        <pc:sldMkLst>
          <pc:docMk/>
          <pc:sldMk cId="2264781907" sldId="302"/>
        </pc:sldMkLst>
        <pc:spChg chg="mod">
          <ac:chgData name="Styxie x" userId="44e5248c228d5751" providerId="LiveId" clId="{BC3AD439-EA75-47CC-AFFB-98D1B066A9EB}" dt="2025-05-01T19:39:35.362" v="1626" actId="403"/>
          <ac:spMkLst>
            <pc:docMk/>
            <pc:sldMk cId="2264781907" sldId="302"/>
            <ac:spMk id="8" creationId="{A99D3EAC-125A-9165-7691-9A03E7826437}"/>
          </ac:spMkLst>
        </pc:spChg>
      </pc:sldChg>
      <pc:sldChg chg="modSp mod">
        <pc:chgData name="Styxie x" userId="44e5248c228d5751" providerId="LiveId" clId="{BC3AD439-EA75-47CC-AFFB-98D1B066A9EB}" dt="2025-05-01T19:41:21.722" v="1653" actId="403"/>
        <pc:sldMkLst>
          <pc:docMk/>
          <pc:sldMk cId="854629891" sldId="303"/>
        </pc:sldMkLst>
        <pc:spChg chg="mod">
          <ac:chgData name="Styxie x" userId="44e5248c228d5751" providerId="LiveId" clId="{BC3AD439-EA75-47CC-AFFB-98D1B066A9EB}" dt="2025-05-01T19:41:21.722" v="1653" actId="403"/>
          <ac:spMkLst>
            <pc:docMk/>
            <pc:sldMk cId="854629891" sldId="303"/>
            <ac:spMk id="5" creationId="{4EC30570-35F6-DA14-120F-7D267C76705D}"/>
          </ac:spMkLst>
        </pc:spChg>
      </pc:sldChg>
      <pc:sldChg chg="modSp mod">
        <pc:chgData name="Styxie x" userId="44e5248c228d5751" providerId="LiveId" clId="{BC3AD439-EA75-47CC-AFFB-98D1B066A9EB}" dt="2025-05-01T19:41:27.830" v="1657" actId="403"/>
        <pc:sldMkLst>
          <pc:docMk/>
          <pc:sldMk cId="715733024" sldId="304"/>
        </pc:sldMkLst>
        <pc:spChg chg="mod">
          <ac:chgData name="Styxie x" userId="44e5248c228d5751" providerId="LiveId" clId="{BC3AD439-EA75-47CC-AFFB-98D1B066A9EB}" dt="2025-05-01T19:41:27.830" v="1657" actId="403"/>
          <ac:spMkLst>
            <pc:docMk/>
            <pc:sldMk cId="715733024" sldId="304"/>
            <ac:spMk id="5" creationId="{319119CA-9F64-2495-109E-CF56CBCCF913}"/>
          </ac:spMkLst>
        </pc:spChg>
      </pc:sldChg>
      <pc:sldChg chg="del">
        <pc:chgData name="Styxie x" userId="44e5248c228d5751" providerId="LiveId" clId="{BC3AD439-EA75-47CC-AFFB-98D1B066A9EB}" dt="2025-05-01T13:37:07.044" v="197" actId="47"/>
        <pc:sldMkLst>
          <pc:docMk/>
          <pc:sldMk cId="2877027844" sldId="305"/>
        </pc:sldMkLst>
      </pc:sldChg>
      <pc:sldChg chg="del">
        <pc:chgData name="Styxie x" userId="44e5248c228d5751" providerId="LiveId" clId="{BC3AD439-EA75-47CC-AFFB-98D1B066A9EB}" dt="2025-05-01T13:37:08.080" v="198" actId="47"/>
        <pc:sldMkLst>
          <pc:docMk/>
          <pc:sldMk cId="459590912" sldId="306"/>
        </pc:sldMkLst>
      </pc:sldChg>
      <pc:sldChg chg="modSp mod">
        <pc:chgData name="Styxie x" userId="44e5248c228d5751" providerId="LiveId" clId="{BC3AD439-EA75-47CC-AFFB-98D1B066A9EB}" dt="2025-05-01T19:41:12.959" v="1649" actId="404"/>
        <pc:sldMkLst>
          <pc:docMk/>
          <pc:sldMk cId="4183765091" sldId="307"/>
        </pc:sldMkLst>
        <pc:spChg chg="mod">
          <ac:chgData name="Styxie x" userId="44e5248c228d5751" providerId="LiveId" clId="{BC3AD439-EA75-47CC-AFFB-98D1B066A9EB}" dt="2025-05-01T19:36:12.965" v="1549" actId="20577"/>
          <ac:spMkLst>
            <pc:docMk/>
            <pc:sldMk cId="4183765091" sldId="307"/>
            <ac:spMk id="4" creationId="{EA7B8470-A6E9-2995-1FC1-C9F46123F21D}"/>
          </ac:spMkLst>
        </pc:spChg>
        <pc:spChg chg="mod">
          <ac:chgData name="Styxie x" userId="44e5248c228d5751" providerId="LiveId" clId="{BC3AD439-EA75-47CC-AFFB-98D1B066A9EB}" dt="2025-05-01T19:41:12.959" v="1649" actId="404"/>
          <ac:spMkLst>
            <pc:docMk/>
            <pc:sldMk cId="4183765091" sldId="307"/>
            <ac:spMk id="8" creationId="{B9600F47-817D-3F22-4F9E-9014FA5F336A}"/>
          </ac:spMkLst>
        </pc:spChg>
        <pc:spChg chg="mod">
          <ac:chgData name="Styxie x" userId="44e5248c228d5751" providerId="LiveId" clId="{BC3AD439-EA75-47CC-AFFB-98D1B066A9EB}" dt="2025-05-01T19:35:54.981" v="1518" actId="20577"/>
          <ac:spMkLst>
            <pc:docMk/>
            <pc:sldMk cId="4183765091" sldId="307"/>
            <ac:spMk id="9" creationId="{2C86238B-8C3E-D766-8040-419DE425BE69}"/>
          </ac:spMkLst>
        </pc:spChg>
      </pc:sldChg>
      <pc:sldChg chg="modSp mod ord">
        <pc:chgData name="Styxie x" userId="44e5248c228d5751" providerId="LiveId" clId="{BC3AD439-EA75-47CC-AFFB-98D1B066A9EB}" dt="2025-05-01T19:39:40.785" v="1630" actId="403"/>
        <pc:sldMkLst>
          <pc:docMk/>
          <pc:sldMk cId="1713950367" sldId="308"/>
        </pc:sldMkLst>
        <pc:spChg chg="mod">
          <ac:chgData name="Styxie x" userId="44e5248c228d5751" providerId="LiveId" clId="{BC3AD439-EA75-47CC-AFFB-98D1B066A9EB}" dt="2025-05-01T19:39:40.785" v="1630" actId="403"/>
          <ac:spMkLst>
            <pc:docMk/>
            <pc:sldMk cId="1713950367" sldId="308"/>
            <ac:spMk id="8" creationId="{1B837DA7-FE7F-374E-6D9D-170844107C4E}"/>
          </ac:spMkLst>
        </pc:spChg>
        <pc:graphicFrameChg chg="mod modGraphic">
          <ac:chgData name="Styxie x" userId="44e5248c228d5751" providerId="LiveId" clId="{BC3AD439-EA75-47CC-AFFB-98D1B066A9EB}" dt="2025-05-01T18:28:32.092" v="1184" actId="313"/>
          <ac:graphicFrameMkLst>
            <pc:docMk/>
            <pc:sldMk cId="1713950367" sldId="308"/>
            <ac:graphicFrameMk id="9" creationId="{136C9EC4-B8C5-C9D7-CF3C-20E4339CFFE1}"/>
          </ac:graphicFrameMkLst>
        </pc:graphicFrameChg>
      </pc:sldChg>
      <pc:sldChg chg="modSp mod">
        <pc:chgData name="Styxie x" userId="44e5248c228d5751" providerId="LiveId" clId="{BC3AD439-EA75-47CC-AFFB-98D1B066A9EB}" dt="2025-05-01T19:39:58.638" v="1644" actId="403"/>
        <pc:sldMkLst>
          <pc:docMk/>
          <pc:sldMk cId="361458950" sldId="309"/>
        </pc:sldMkLst>
        <pc:spChg chg="mod">
          <ac:chgData name="Styxie x" userId="44e5248c228d5751" providerId="LiveId" clId="{BC3AD439-EA75-47CC-AFFB-98D1B066A9EB}" dt="2025-05-01T19:35:25.092" v="1501" actId="1076"/>
          <ac:spMkLst>
            <pc:docMk/>
            <pc:sldMk cId="361458950" sldId="309"/>
            <ac:spMk id="4" creationId="{794D3C54-05B5-F35A-057F-6E0E80CE5F20}"/>
          </ac:spMkLst>
        </pc:spChg>
        <pc:spChg chg="mod">
          <ac:chgData name="Styxie x" userId="44e5248c228d5751" providerId="LiveId" clId="{BC3AD439-EA75-47CC-AFFB-98D1B066A9EB}" dt="2025-05-01T19:39:58.638" v="1644" actId="403"/>
          <ac:spMkLst>
            <pc:docMk/>
            <pc:sldMk cId="361458950" sldId="309"/>
            <ac:spMk id="8" creationId="{D3853C65-21B0-3775-B21F-AD093513831A}"/>
          </ac:spMkLst>
        </pc:spChg>
        <pc:spChg chg="mod">
          <ac:chgData name="Styxie x" userId="44e5248c228d5751" providerId="LiveId" clId="{BC3AD439-EA75-47CC-AFFB-98D1B066A9EB}" dt="2025-05-01T19:34:41.032" v="1496"/>
          <ac:spMkLst>
            <pc:docMk/>
            <pc:sldMk cId="361458950" sldId="309"/>
            <ac:spMk id="9" creationId="{6DF360B0-98EA-92CC-820E-876741E27C64}"/>
          </ac:spMkLst>
        </pc:spChg>
      </pc:sldChg>
      <pc:sldChg chg="modSp add del mod ord modNotesTx">
        <pc:chgData name="Styxie x" userId="44e5248c228d5751" providerId="LiveId" clId="{BC3AD439-EA75-47CC-AFFB-98D1B066A9EB}" dt="2025-05-01T19:39:48.700" v="1636" actId="404"/>
        <pc:sldMkLst>
          <pc:docMk/>
          <pc:sldMk cId="2961752762" sldId="310"/>
        </pc:sldMkLst>
        <pc:spChg chg="mod">
          <ac:chgData name="Styxie x" userId="44e5248c228d5751" providerId="LiveId" clId="{BC3AD439-EA75-47CC-AFFB-98D1B066A9EB}" dt="2025-05-01T19:39:48.700" v="1636" actId="404"/>
          <ac:spMkLst>
            <pc:docMk/>
            <pc:sldMk cId="2961752762" sldId="310"/>
            <ac:spMk id="8" creationId="{1C406960-190F-D2F7-5975-609E3B3967C3}"/>
          </ac:spMkLst>
        </pc:spChg>
        <pc:spChg chg="mod">
          <ac:chgData name="Styxie x" userId="44e5248c228d5751" providerId="LiveId" clId="{BC3AD439-EA75-47CC-AFFB-98D1B066A9EB}" dt="2025-05-01T17:45:45.588" v="739"/>
          <ac:spMkLst>
            <pc:docMk/>
            <pc:sldMk cId="2961752762" sldId="310"/>
            <ac:spMk id="9" creationId="{B04C11A7-DBAE-872B-B3ED-18291C0F548D}"/>
          </ac:spMkLst>
        </pc:spChg>
      </pc:sldChg>
      <pc:sldChg chg="modSp add del mod ord">
        <pc:chgData name="Styxie x" userId="44e5248c228d5751" providerId="LiveId" clId="{BC3AD439-EA75-47CC-AFFB-98D1B066A9EB}" dt="2025-05-01T17:27:03.732" v="630" actId="2696"/>
        <pc:sldMkLst>
          <pc:docMk/>
          <pc:sldMk cId="515803762" sldId="311"/>
        </pc:sldMkLst>
        <pc:spChg chg="mod">
          <ac:chgData name="Styxie x" userId="44e5248c228d5751" providerId="LiveId" clId="{BC3AD439-EA75-47CC-AFFB-98D1B066A9EB}" dt="2025-05-01T13:55:05.417" v="284" actId="20577"/>
          <ac:spMkLst>
            <pc:docMk/>
            <pc:sldMk cId="515803762" sldId="311"/>
            <ac:spMk id="2" creationId="{CBF31EAA-353C-8DD8-D05C-7F38B940CFC9}"/>
          </ac:spMkLst>
        </pc:spChg>
        <pc:picChg chg="mod">
          <ac:chgData name="Styxie x" userId="44e5248c228d5751" providerId="LiveId" clId="{BC3AD439-EA75-47CC-AFFB-98D1B066A9EB}" dt="2025-05-01T13:55:13.671" v="287" actId="1076"/>
          <ac:picMkLst>
            <pc:docMk/>
            <pc:sldMk cId="515803762" sldId="311"/>
            <ac:picMk id="3" creationId="{030D5CEE-4E7E-B1D5-1D95-B0A78FE5FEE4}"/>
          </ac:picMkLst>
        </pc:picChg>
      </pc:sldChg>
      <pc:sldChg chg="addSp delSp modSp add mod">
        <pc:chgData name="Styxie x" userId="44e5248c228d5751" providerId="LiveId" clId="{BC3AD439-EA75-47CC-AFFB-98D1B066A9EB}" dt="2025-05-01T19:38:32.289" v="1584" actId="403"/>
        <pc:sldMkLst>
          <pc:docMk/>
          <pc:sldMk cId="2065251002" sldId="311"/>
        </pc:sldMkLst>
        <pc:spChg chg="add del mod">
          <ac:chgData name="Styxie x" userId="44e5248c228d5751" providerId="LiveId" clId="{BC3AD439-EA75-47CC-AFFB-98D1B066A9EB}" dt="2025-05-01T17:27:52.949" v="653" actId="20577"/>
          <ac:spMkLst>
            <pc:docMk/>
            <pc:sldMk cId="2065251002" sldId="311"/>
            <ac:spMk id="2" creationId="{CBF31EAA-353C-8DD8-D05C-7F38B940CFC9}"/>
          </ac:spMkLst>
        </pc:spChg>
        <pc:spChg chg="add del mod">
          <ac:chgData name="Styxie x" userId="44e5248c228d5751" providerId="LiveId" clId="{BC3AD439-EA75-47CC-AFFB-98D1B066A9EB}" dt="2025-05-01T17:27:28.742" v="637"/>
          <ac:spMkLst>
            <pc:docMk/>
            <pc:sldMk cId="2065251002" sldId="311"/>
            <ac:spMk id="5" creationId="{86617A26-C506-0FE4-B87C-AC07D0280D8C}"/>
          </ac:spMkLst>
        </pc:spChg>
        <pc:spChg chg="add mod">
          <ac:chgData name="Styxie x" userId="44e5248c228d5751" providerId="LiveId" clId="{BC3AD439-EA75-47CC-AFFB-98D1B066A9EB}" dt="2025-05-01T17:27:47.232" v="643"/>
          <ac:spMkLst>
            <pc:docMk/>
            <pc:sldMk cId="2065251002" sldId="311"/>
            <ac:spMk id="6" creationId="{5B5E3FFF-AF4B-C5F6-A39E-5342AED5D281}"/>
          </ac:spMkLst>
        </pc:spChg>
        <pc:spChg chg="mod">
          <ac:chgData name="Styxie x" userId="44e5248c228d5751" providerId="LiveId" clId="{BC3AD439-EA75-47CC-AFFB-98D1B066A9EB}" dt="2025-05-01T19:38:32.289" v="1584" actId="403"/>
          <ac:spMkLst>
            <pc:docMk/>
            <pc:sldMk cId="2065251002" sldId="311"/>
            <ac:spMk id="8" creationId="{8431458E-9021-1F67-4033-46AAFE26BD88}"/>
          </ac:spMkLst>
        </pc:spChg>
        <pc:spChg chg="add del mod">
          <ac:chgData name="Styxie x" userId="44e5248c228d5751" providerId="LiveId" clId="{BC3AD439-EA75-47CC-AFFB-98D1B066A9EB}" dt="2025-05-01T17:27:46.337" v="642" actId="478"/>
          <ac:spMkLst>
            <pc:docMk/>
            <pc:sldMk cId="2065251002" sldId="311"/>
            <ac:spMk id="10" creationId="{C14D2F60-8B15-B75E-B5E3-B00B979C4EC1}"/>
          </ac:spMkLst>
        </pc:spChg>
        <pc:spChg chg="add del mod">
          <ac:chgData name="Styxie x" userId="44e5248c228d5751" providerId="LiveId" clId="{BC3AD439-EA75-47CC-AFFB-98D1B066A9EB}" dt="2025-05-01T17:41:17.367" v="697" actId="478"/>
          <ac:spMkLst>
            <pc:docMk/>
            <pc:sldMk cId="2065251002" sldId="311"/>
            <ac:spMk id="12" creationId="{CA827D92-2113-212E-6CE6-28276EC02546}"/>
          </ac:spMkLst>
        </pc:spChg>
        <pc:picChg chg="del">
          <ac:chgData name="Styxie x" userId="44e5248c228d5751" providerId="LiveId" clId="{BC3AD439-EA75-47CC-AFFB-98D1B066A9EB}" dt="2025-05-01T17:29:03.460" v="663" actId="478"/>
          <ac:picMkLst>
            <pc:docMk/>
            <pc:sldMk cId="2065251002" sldId="311"/>
            <ac:picMk id="3" creationId="{030D5CEE-4E7E-B1D5-1D95-B0A78FE5FEE4}"/>
          </ac:picMkLst>
        </pc:picChg>
        <pc:picChg chg="del">
          <ac:chgData name="Styxie x" userId="44e5248c228d5751" providerId="LiveId" clId="{BC3AD439-EA75-47CC-AFFB-98D1B066A9EB}" dt="2025-05-01T17:29:01.789" v="662" actId="478"/>
          <ac:picMkLst>
            <pc:docMk/>
            <pc:sldMk cId="2065251002" sldId="311"/>
            <ac:picMk id="4" creationId="{7848AB4C-4C3D-A04D-AA1C-AF5D060E895E}"/>
          </ac:picMkLst>
        </pc:picChg>
        <pc:picChg chg="add mod">
          <ac:chgData name="Styxie x" userId="44e5248c228d5751" providerId="LiveId" clId="{BC3AD439-EA75-47CC-AFFB-98D1B066A9EB}" dt="2025-05-01T17:29:23.655" v="664"/>
          <ac:picMkLst>
            <pc:docMk/>
            <pc:sldMk cId="2065251002" sldId="311"/>
            <ac:picMk id="13" creationId="{1D05224A-AACA-2176-204B-B382D8B8C7BB}"/>
          </ac:picMkLst>
        </pc:picChg>
        <pc:picChg chg="add del mod modCrop">
          <ac:chgData name="Styxie x" userId="44e5248c228d5751" providerId="LiveId" clId="{BC3AD439-EA75-47CC-AFFB-98D1B066A9EB}" dt="2025-05-01T17:41:21.273" v="699" actId="478"/>
          <ac:picMkLst>
            <pc:docMk/>
            <pc:sldMk cId="2065251002" sldId="311"/>
            <ac:picMk id="14" creationId="{9B32C724-DBCE-3B21-FCE5-2A17183C13DB}"/>
          </ac:picMkLst>
        </pc:picChg>
        <pc:picChg chg="add mod">
          <ac:chgData name="Styxie x" userId="44e5248c228d5751" providerId="LiveId" clId="{BC3AD439-EA75-47CC-AFFB-98D1B066A9EB}" dt="2025-05-01T17:42:14.108" v="709" actId="1076"/>
          <ac:picMkLst>
            <pc:docMk/>
            <pc:sldMk cId="2065251002" sldId="311"/>
            <ac:picMk id="16" creationId="{BBF791DB-EDDE-74E7-A8A5-9C30D07A2CDD}"/>
          </ac:picMkLst>
        </pc:picChg>
        <pc:picChg chg="add mod">
          <ac:chgData name="Styxie x" userId="44e5248c228d5751" providerId="LiveId" clId="{BC3AD439-EA75-47CC-AFFB-98D1B066A9EB}" dt="2025-05-01T17:42:25.919" v="711" actId="14100"/>
          <ac:picMkLst>
            <pc:docMk/>
            <pc:sldMk cId="2065251002" sldId="311"/>
            <ac:picMk id="18" creationId="{BE39A7A8-4CC8-AF0D-04ED-1948B0DEEEC6}"/>
          </ac:picMkLst>
        </pc:picChg>
        <pc:picChg chg="add mod">
          <ac:chgData name="Styxie x" userId="44e5248c228d5751" providerId="LiveId" clId="{BC3AD439-EA75-47CC-AFFB-98D1B066A9EB}" dt="2025-05-01T17:42:11.657" v="708" actId="1076"/>
          <ac:picMkLst>
            <pc:docMk/>
            <pc:sldMk cId="2065251002" sldId="311"/>
            <ac:picMk id="20" creationId="{C97263D6-9986-F641-843E-FCA485CF4626}"/>
          </ac:picMkLst>
        </pc:picChg>
        <pc:picChg chg="add mod">
          <ac:chgData name="Styxie x" userId="44e5248c228d5751" providerId="LiveId" clId="{BC3AD439-EA75-47CC-AFFB-98D1B066A9EB}" dt="2025-05-01T17:43:53.528" v="725" actId="688"/>
          <ac:picMkLst>
            <pc:docMk/>
            <pc:sldMk cId="2065251002" sldId="311"/>
            <ac:picMk id="22" creationId="{61563D19-A0E2-1F36-715F-C97B4F266F7F}"/>
          </ac:picMkLst>
        </pc:picChg>
        <pc:picChg chg="add mod">
          <ac:chgData name="Styxie x" userId="44e5248c228d5751" providerId="LiveId" clId="{BC3AD439-EA75-47CC-AFFB-98D1B066A9EB}" dt="2025-05-01T17:44:04.150" v="728" actId="1076"/>
          <ac:picMkLst>
            <pc:docMk/>
            <pc:sldMk cId="2065251002" sldId="311"/>
            <ac:picMk id="24" creationId="{79E0DA6C-D2BB-DE7F-227E-E6377B978A63}"/>
          </ac:picMkLst>
        </pc:picChg>
      </pc:sldChg>
      <pc:sldChg chg="modSp new del mod">
        <pc:chgData name="Styxie x" userId="44e5248c228d5751" providerId="LiveId" clId="{BC3AD439-EA75-47CC-AFFB-98D1B066A9EB}" dt="2025-05-01T13:39:14.742" v="224" actId="680"/>
        <pc:sldMkLst>
          <pc:docMk/>
          <pc:sldMk cId="3283318118" sldId="311"/>
        </pc:sldMkLst>
        <pc:spChg chg="mod">
          <ac:chgData name="Styxie x" userId="44e5248c228d5751" providerId="LiveId" clId="{BC3AD439-EA75-47CC-AFFB-98D1B066A9EB}" dt="2025-05-01T13:39:13.816" v="223"/>
          <ac:spMkLst>
            <pc:docMk/>
            <pc:sldMk cId="3283318118" sldId="311"/>
            <ac:spMk id="2" creationId="{B5E73EB7-FC22-2DA0-8D3B-0D903C483738}"/>
          </ac:spMkLst>
        </pc:spChg>
      </pc:sldChg>
      <pc:sldChg chg="addSp delSp modSp add mod ord">
        <pc:chgData name="Styxie x" userId="44e5248c228d5751" providerId="LiveId" clId="{BC3AD439-EA75-47CC-AFFB-98D1B066A9EB}" dt="2025-05-01T19:38:04.878" v="1568" actId="403"/>
        <pc:sldMkLst>
          <pc:docMk/>
          <pc:sldMk cId="1009216722" sldId="312"/>
        </pc:sldMkLst>
        <pc:spChg chg="mod">
          <ac:chgData name="Styxie x" userId="44e5248c228d5751" providerId="LiveId" clId="{BC3AD439-EA75-47CC-AFFB-98D1B066A9EB}" dt="2025-05-01T13:56:06.902" v="304"/>
          <ac:spMkLst>
            <pc:docMk/>
            <pc:sldMk cId="1009216722" sldId="312"/>
            <ac:spMk id="2" creationId="{F87FA042-1168-5119-36EE-99FBE3E3C0E4}"/>
          </ac:spMkLst>
        </pc:spChg>
        <pc:spChg chg="mod">
          <ac:chgData name="Styxie x" userId="44e5248c228d5751" providerId="LiveId" clId="{BC3AD439-EA75-47CC-AFFB-98D1B066A9EB}" dt="2025-05-01T19:38:04.878" v="1568" actId="403"/>
          <ac:spMkLst>
            <pc:docMk/>
            <pc:sldMk cId="1009216722" sldId="312"/>
            <ac:spMk id="8" creationId="{AC618DEE-1C38-1ADB-27C2-522F07D1C858}"/>
          </ac:spMkLst>
        </pc:spChg>
        <pc:spChg chg="del mod">
          <ac:chgData name="Styxie x" userId="44e5248c228d5751" providerId="LiveId" clId="{BC3AD439-EA75-47CC-AFFB-98D1B066A9EB}" dt="2025-05-01T13:56:45.304" v="306" actId="478"/>
          <ac:spMkLst>
            <pc:docMk/>
            <pc:sldMk cId="1009216722" sldId="312"/>
            <ac:spMk id="9" creationId="{6399DB3D-4A38-6924-A002-603E311E5BFE}"/>
          </ac:spMkLst>
        </pc:spChg>
        <pc:spChg chg="del">
          <ac:chgData name="Styxie x" userId="44e5248c228d5751" providerId="LiveId" clId="{BC3AD439-EA75-47CC-AFFB-98D1B066A9EB}" dt="2025-05-01T13:56:48.052" v="307" actId="478"/>
          <ac:spMkLst>
            <pc:docMk/>
            <pc:sldMk cId="1009216722" sldId="312"/>
            <ac:spMk id="14" creationId="{21C3E80D-EC53-C2DB-C613-537D18BF1B27}"/>
          </ac:spMkLst>
        </pc:spChg>
        <pc:picChg chg="add del mod">
          <ac:chgData name="Styxie x" userId="44e5248c228d5751" providerId="LiveId" clId="{BC3AD439-EA75-47CC-AFFB-98D1B066A9EB}" dt="2025-05-01T16:51:11.143" v="312" actId="478"/>
          <ac:picMkLst>
            <pc:docMk/>
            <pc:sldMk cId="1009216722" sldId="312"/>
            <ac:picMk id="4" creationId="{0EC72639-EC88-6D44-812F-2687DFC8347A}"/>
          </ac:picMkLst>
        </pc:picChg>
        <pc:picChg chg="add mod">
          <ac:chgData name="Styxie x" userId="44e5248c228d5751" providerId="LiveId" clId="{BC3AD439-EA75-47CC-AFFB-98D1B066A9EB}" dt="2025-05-01T16:54:44.050" v="316" actId="14100"/>
          <ac:picMkLst>
            <pc:docMk/>
            <pc:sldMk cId="1009216722" sldId="312"/>
            <ac:picMk id="6" creationId="{A8963722-9270-453E-C798-180E4EF8200F}"/>
          </ac:picMkLst>
        </pc:picChg>
        <pc:picChg chg="del">
          <ac:chgData name="Styxie x" userId="44e5248c228d5751" providerId="LiveId" clId="{BC3AD439-EA75-47CC-AFFB-98D1B066A9EB}" dt="2025-05-01T13:56:49.652" v="308" actId="478"/>
          <ac:picMkLst>
            <pc:docMk/>
            <pc:sldMk cId="1009216722" sldId="312"/>
            <ac:picMk id="15" creationId="{D676E0D4-7421-2B11-792B-77353CB9A5FB}"/>
          </ac:picMkLst>
        </pc:picChg>
      </pc:sldChg>
      <pc:sldChg chg="del">
        <pc:chgData name="Styxie x" userId="44e5248c228d5751" providerId="LiveId" clId="{BC3AD439-EA75-47CC-AFFB-98D1B066A9EB}" dt="2025-05-01T13:38:32.954" v="217" actId="47"/>
        <pc:sldMkLst>
          <pc:docMk/>
          <pc:sldMk cId="1353583145" sldId="312"/>
        </pc:sldMkLst>
      </pc:sldChg>
      <pc:sldChg chg="add del">
        <pc:chgData name="Styxie x" userId="44e5248c228d5751" providerId="LiveId" clId="{BC3AD439-EA75-47CC-AFFB-98D1B066A9EB}" dt="2025-05-01T13:39:30.862" v="227"/>
        <pc:sldMkLst>
          <pc:docMk/>
          <pc:sldMk cId="4099317520" sldId="312"/>
        </pc:sldMkLst>
      </pc:sldChg>
      <pc:sldChg chg="new del">
        <pc:chgData name="Styxie x" userId="44e5248c228d5751" providerId="LiveId" clId="{BC3AD439-EA75-47CC-AFFB-98D1B066A9EB}" dt="2025-05-01T16:55:33.572" v="318" actId="680"/>
        <pc:sldMkLst>
          <pc:docMk/>
          <pc:sldMk cId="682931345" sldId="313"/>
        </pc:sldMkLst>
      </pc:sldChg>
      <pc:sldChg chg="addSp delSp modSp add mod">
        <pc:chgData name="Styxie x" userId="44e5248c228d5751" providerId="LiveId" clId="{BC3AD439-EA75-47CC-AFFB-98D1B066A9EB}" dt="2025-05-01T19:38:18.882" v="1576" actId="403"/>
        <pc:sldMkLst>
          <pc:docMk/>
          <pc:sldMk cId="1307954809" sldId="313"/>
        </pc:sldMkLst>
        <pc:spChg chg="mod">
          <ac:chgData name="Styxie x" userId="44e5248c228d5751" providerId="LiveId" clId="{BC3AD439-EA75-47CC-AFFB-98D1B066A9EB}" dt="2025-05-01T17:14:56.885" v="560" actId="20577"/>
          <ac:spMkLst>
            <pc:docMk/>
            <pc:sldMk cId="1307954809" sldId="313"/>
            <ac:spMk id="2" creationId="{61DE9B4A-5C35-3A4D-AAD0-0744D97C58F9}"/>
          </ac:spMkLst>
        </pc:spChg>
        <pc:spChg chg="add mod">
          <ac:chgData name="Styxie x" userId="44e5248c228d5751" providerId="LiveId" clId="{BC3AD439-EA75-47CC-AFFB-98D1B066A9EB}" dt="2025-05-01T17:15:28.113" v="576" actId="20577"/>
          <ac:spMkLst>
            <pc:docMk/>
            <pc:sldMk cId="1307954809" sldId="313"/>
            <ac:spMk id="3" creationId="{EFCAD9C7-45CA-F1A9-46BD-71BCC25332C8}"/>
          </ac:spMkLst>
        </pc:spChg>
        <pc:spChg chg="add del">
          <ac:chgData name="Styxie x" userId="44e5248c228d5751" providerId="LiveId" clId="{BC3AD439-EA75-47CC-AFFB-98D1B066A9EB}" dt="2025-05-01T16:57:56.153" v="343" actId="22"/>
          <ac:spMkLst>
            <pc:docMk/>
            <pc:sldMk cId="1307954809" sldId="313"/>
            <ac:spMk id="5" creationId="{2A525F3A-2609-C4E1-DD92-216B4E0969C6}"/>
          </ac:spMkLst>
        </pc:spChg>
        <pc:spChg chg="mod">
          <ac:chgData name="Styxie x" userId="44e5248c228d5751" providerId="LiveId" clId="{BC3AD439-EA75-47CC-AFFB-98D1B066A9EB}" dt="2025-05-01T19:38:18.882" v="1576" actId="403"/>
          <ac:spMkLst>
            <pc:docMk/>
            <pc:sldMk cId="1307954809" sldId="313"/>
            <ac:spMk id="8" creationId="{CBE143FC-306E-200D-FB19-52AE1B69A01E}"/>
          </ac:spMkLst>
        </pc:spChg>
        <pc:picChg chg="del">
          <ac:chgData name="Styxie x" userId="44e5248c228d5751" providerId="LiveId" clId="{BC3AD439-EA75-47CC-AFFB-98D1B066A9EB}" dt="2025-05-01T16:56:09.979" v="331" actId="478"/>
          <ac:picMkLst>
            <pc:docMk/>
            <pc:sldMk cId="1307954809" sldId="313"/>
            <ac:picMk id="6" creationId="{D6812834-AB14-6DE2-B78A-E068DB6EFECC}"/>
          </ac:picMkLst>
        </pc:picChg>
      </pc:sldChg>
      <pc:sldChg chg="new del">
        <pc:chgData name="Styxie x" userId="44e5248c228d5751" providerId="LiveId" clId="{BC3AD439-EA75-47CC-AFFB-98D1B066A9EB}" dt="2025-05-01T17:16:11.481" v="580" actId="47"/>
        <pc:sldMkLst>
          <pc:docMk/>
          <pc:sldMk cId="3923182639" sldId="314"/>
        </pc:sldMkLst>
      </pc:sldChg>
      <pc:sldChg chg="new del">
        <pc:chgData name="Styxie x" userId="44e5248c228d5751" providerId="LiveId" clId="{BC3AD439-EA75-47CC-AFFB-98D1B066A9EB}" dt="2025-05-01T17:16:05.298" v="579" actId="47"/>
        <pc:sldMkLst>
          <pc:docMk/>
          <pc:sldMk cId="2267529892" sldId="315"/>
        </pc:sldMkLst>
      </pc:sldChg>
      <pc:sldChg chg="modSp add del mod ord">
        <pc:chgData name="Styxie x" userId="44e5248c228d5751" providerId="LiveId" clId="{BC3AD439-EA75-47CC-AFFB-98D1B066A9EB}" dt="2025-05-01T17:49:20.508" v="768" actId="47"/>
        <pc:sldMkLst>
          <pc:docMk/>
          <pc:sldMk cId="3163666602" sldId="316"/>
        </pc:sldMkLst>
        <pc:spChg chg="mod">
          <ac:chgData name="Styxie x" userId="44e5248c228d5751" providerId="LiveId" clId="{BC3AD439-EA75-47CC-AFFB-98D1B066A9EB}" dt="2025-05-01T17:16:48.270" v="606" actId="20577"/>
          <ac:spMkLst>
            <pc:docMk/>
            <pc:sldMk cId="3163666602" sldId="316"/>
            <ac:spMk id="2" creationId="{B07EDA14-B6D9-2A65-B182-E0A763CCD1DD}"/>
          </ac:spMkLst>
        </pc:spChg>
      </pc:sldChg>
      <pc:sldChg chg="addSp modSp add mod ord">
        <pc:chgData name="Styxie x" userId="44e5248c228d5751" providerId="LiveId" clId="{BC3AD439-EA75-47CC-AFFB-98D1B066A9EB}" dt="2025-05-01T19:39:23.897" v="1618" actId="403"/>
        <pc:sldMkLst>
          <pc:docMk/>
          <pc:sldMk cId="1102197686" sldId="317"/>
        </pc:sldMkLst>
        <pc:spChg chg="mod">
          <ac:chgData name="Styxie x" userId="44e5248c228d5751" providerId="LiveId" clId="{BC3AD439-EA75-47CC-AFFB-98D1B066A9EB}" dt="2025-05-01T17:26:22.925" v="629"/>
          <ac:spMkLst>
            <pc:docMk/>
            <pc:sldMk cId="1102197686" sldId="317"/>
            <ac:spMk id="2" creationId="{0D75051E-A06C-8A7E-3782-A35F9425B1C9}"/>
          </ac:spMkLst>
        </pc:spChg>
        <pc:spChg chg="mod">
          <ac:chgData name="Styxie x" userId="44e5248c228d5751" providerId="LiveId" clId="{BC3AD439-EA75-47CC-AFFB-98D1B066A9EB}" dt="2025-05-01T18:32:31.896" v="1258" actId="1076"/>
          <ac:spMkLst>
            <pc:docMk/>
            <pc:sldMk cId="1102197686" sldId="317"/>
            <ac:spMk id="3" creationId="{85C2CE01-9046-6255-F2E0-0A495BBDEF5E}"/>
          </ac:spMkLst>
        </pc:spChg>
        <pc:spChg chg="mod">
          <ac:chgData name="Styxie x" userId="44e5248c228d5751" providerId="LiveId" clId="{BC3AD439-EA75-47CC-AFFB-98D1B066A9EB}" dt="2025-05-01T19:39:23.897" v="1618" actId="403"/>
          <ac:spMkLst>
            <pc:docMk/>
            <pc:sldMk cId="1102197686" sldId="317"/>
            <ac:spMk id="8" creationId="{1D46981B-22CC-2C69-2B2C-AAE2DC49C56C}"/>
          </ac:spMkLst>
        </pc:spChg>
        <pc:picChg chg="add mod">
          <ac:chgData name="Styxie x" userId="44e5248c228d5751" providerId="LiveId" clId="{BC3AD439-EA75-47CC-AFFB-98D1B066A9EB}" dt="2025-05-01T18:32:57.886" v="1265" actId="1076"/>
          <ac:picMkLst>
            <pc:docMk/>
            <pc:sldMk cId="1102197686" sldId="317"/>
            <ac:picMk id="1026" creationId="{47F24401-7EEC-32C6-9B20-D2AD80489470}"/>
          </ac:picMkLst>
        </pc:picChg>
      </pc:sldChg>
      <pc:sldChg chg="new del">
        <pc:chgData name="Styxie x" userId="44e5248c228d5751" providerId="LiveId" clId="{BC3AD439-EA75-47CC-AFFB-98D1B066A9EB}" dt="2025-05-01T17:25:58.747" v="617" actId="680"/>
        <pc:sldMkLst>
          <pc:docMk/>
          <pc:sldMk cId="1124632309" sldId="317"/>
        </pc:sldMkLst>
      </pc:sldChg>
      <pc:sldChg chg="new del">
        <pc:chgData name="Styxie x" userId="44e5248c228d5751" providerId="LiveId" clId="{BC3AD439-EA75-47CC-AFFB-98D1B066A9EB}" dt="2025-05-01T17:27:10.514" v="633" actId="47"/>
        <pc:sldMkLst>
          <pc:docMk/>
          <pc:sldMk cId="1772850276" sldId="318"/>
        </pc:sldMkLst>
      </pc:sldChg>
      <pc:sldChg chg="delSp new del mod">
        <pc:chgData name="Styxie x" userId="44e5248c228d5751" providerId="LiveId" clId="{BC3AD439-EA75-47CC-AFFB-98D1B066A9EB}" dt="2025-05-01T17:28:59.564" v="661" actId="47"/>
        <pc:sldMkLst>
          <pc:docMk/>
          <pc:sldMk cId="1899574696" sldId="318"/>
        </pc:sldMkLst>
        <pc:spChg chg="del">
          <ac:chgData name="Styxie x" userId="44e5248c228d5751" providerId="LiveId" clId="{BC3AD439-EA75-47CC-AFFB-98D1B066A9EB}" dt="2025-05-01T17:28:35.936" v="655" actId="478"/>
          <ac:spMkLst>
            <pc:docMk/>
            <pc:sldMk cId="1899574696" sldId="318"/>
            <ac:spMk id="2" creationId="{762A0D3A-E39B-4F7D-DDD8-258BA05564FE}"/>
          </ac:spMkLst>
        </pc:spChg>
        <pc:spChg chg="del">
          <ac:chgData name="Styxie x" userId="44e5248c228d5751" providerId="LiveId" clId="{BC3AD439-EA75-47CC-AFFB-98D1B066A9EB}" dt="2025-05-01T17:28:39.749" v="656" actId="478"/>
          <ac:spMkLst>
            <pc:docMk/>
            <pc:sldMk cId="1899574696" sldId="318"/>
            <ac:spMk id="3" creationId="{FCE494E8-D6D3-2FA1-4BCC-7EC656EF64FD}"/>
          </ac:spMkLst>
        </pc:spChg>
        <pc:spChg chg="del">
          <ac:chgData name="Styxie x" userId="44e5248c228d5751" providerId="LiveId" clId="{BC3AD439-EA75-47CC-AFFB-98D1B066A9EB}" dt="2025-05-01T17:28:41.336" v="657" actId="478"/>
          <ac:spMkLst>
            <pc:docMk/>
            <pc:sldMk cId="1899574696" sldId="318"/>
            <ac:spMk id="4" creationId="{44CC47B3-1C37-BC1F-5BD3-65C88CE13F05}"/>
          </ac:spMkLst>
        </pc:spChg>
        <pc:spChg chg="del">
          <ac:chgData name="Styxie x" userId="44e5248c228d5751" providerId="LiveId" clId="{BC3AD439-EA75-47CC-AFFB-98D1B066A9EB}" dt="2025-05-01T17:28:43.280" v="658" actId="478"/>
          <ac:spMkLst>
            <pc:docMk/>
            <pc:sldMk cId="1899574696" sldId="318"/>
            <ac:spMk id="5" creationId="{F95CE43F-44D0-56FE-F76C-2A09AB70709D}"/>
          </ac:spMkLst>
        </pc:spChg>
        <pc:spChg chg="del">
          <ac:chgData name="Styxie x" userId="44e5248c228d5751" providerId="LiveId" clId="{BC3AD439-EA75-47CC-AFFB-98D1B066A9EB}" dt="2025-05-01T17:28:45.934" v="659" actId="478"/>
          <ac:spMkLst>
            <pc:docMk/>
            <pc:sldMk cId="1899574696" sldId="318"/>
            <ac:spMk id="6" creationId="{2865358E-E8B6-7E4A-3F07-891D8058A6B4}"/>
          </ac:spMkLst>
        </pc:spChg>
      </pc:sldChg>
      <pc:sldChg chg="add del">
        <pc:chgData name="Styxie x" userId="44e5248c228d5751" providerId="LiveId" clId="{BC3AD439-EA75-47CC-AFFB-98D1B066A9EB}" dt="2025-05-01T17:26:17.840" v="620"/>
        <pc:sldMkLst>
          <pc:docMk/>
          <pc:sldMk cId="2279740627" sldId="318"/>
        </pc:sldMkLst>
      </pc:sldChg>
      <pc:sldChg chg="modSp add mod">
        <pc:chgData name="Styxie x" userId="44e5248c228d5751" providerId="LiveId" clId="{BC3AD439-EA75-47CC-AFFB-98D1B066A9EB}" dt="2025-05-01T19:38:38.959" v="1588" actId="403"/>
        <pc:sldMkLst>
          <pc:docMk/>
          <pc:sldMk cId="930243773" sldId="319"/>
        </pc:sldMkLst>
        <pc:spChg chg="mod">
          <ac:chgData name="Styxie x" userId="44e5248c228d5751" providerId="LiveId" clId="{BC3AD439-EA75-47CC-AFFB-98D1B066A9EB}" dt="2025-05-01T19:38:38.959" v="1588" actId="403"/>
          <ac:spMkLst>
            <pc:docMk/>
            <pc:sldMk cId="930243773" sldId="319"/>
            <ac:spMk id="8" creationId="{E4E39261-32E1-0791-2C3E-3B9134B3EAA6}"/>
          </ac:spMkLst>
        </pc:spChg>
      </pc:sldChg>
      <pc:sldChg chg="new del">
        <pc:chgData name="Styxie x" userId="44e5248c228d5751" providerId="LiveId" clId="{BC3AD439-EA75-47CC-AFFB-98D1B066A9EB}" dt="2025-05-01T17:29:50.127" v="668" actId="680"/>
        <pc:sldMkLst>
          <pc:docMk/>
          <pc:sldMk cId="75329157" sldId="320"/>
        </pc:sldMkLst>
      </pc:sldChg>
      <pc:sldChg chg="addSp delSp modSp add mod ord">
        <pc:chgData name="Styxie x" userId="44e5248c228d5751" providerId="LiveId" clId="{BC3AD439-EA75-47CC-AFFB-98D1B066A9EB}" dt="2025-05-01T19:38:12.475" v="1572" actId="403"/>
        <pc:sldMkLst>
          <pc:docMk/>
          <pc:sldMk cId="3043309872" sldId="320"/>
        </pc:sldMkLst>
        <pc:spChg chg="mod">
          <ac:chgData name="Styxie x" userId="44e5248c228d5751" providerId="LiveId" clId="{BC3AD439-EA75-47CC-AFFB-98D1B066A9EB}" dt="2025-05-01T19:38:12.475" v="1572" actId="403"/>
          <ac:spMkLst>
            <pc:docMk/>
            <pc:sldMk cId="3043309872" sldId="320"/>
            <ac:spMk id="8" creationId="{3BB79E4A-7A88-7C1F-5314-2E63890BC045}"/>
          </ac:spMkLst>
        </pc:spChg>
        <pc:spChg chg="del">
          <ac:chgData name="Styxie x" userId="44e5248c228d5751" providerId="LiveId" clId="{BC3AD439-EA75-47CC-AFFB-98D1B066A9EB}" dt="2025-05-01T17:29:57.356" v="671" actId="478"/>
          <ac:spMkLst>
            <pc:docMk/>
            <pc:sldMk cId="3043309872" sldId="320"/>
            <ac:spMk id="12" creationId="{809355B1-40F1-5234-A2E2-644D25E8A4E9}"/>
          </ac:spMkLst>
        </pc:spChg>
        <pc:picChg chg="add mod">
          <ac:chgData name="Styxie x" userId="44e5248c228d5751" providerId="LiveId" clId="{BC3AD439-EA75-47CC-AFFB-98D1B066A9EB}" dt="2025-05-01T17:31:25.965" v="685" actId="1076"/>
          <ac:picMkLst>
            <pc:docMk/>
            <pc:sldMk cId="3043309872" sldId="320"/>
            <ac:picMk id="3" creationId="{61670684-1FCD-435A-24F1-4A6EC8FAA36D}"/>
          </ac:picMkLst>
        </pc:picChg>
        <pc:picChg chg="add del mod">
          <ac:chgData name="Styxie x" userId="44e5248c228d5751" providerId="LiveId" clId="{BC3AD439-EA75-47CC-AFFB-98D1B066A9EB}" dt="2025-05-01T17:31:16.112" v="680" actId="478"/>
          <ac:picMkLst>
            <pc:docMk/>
            <pc:sldMk cId="3043309872" sldId="320"/>
            <ac:picMk id="4" creationId="{438F8EA5-9C93-671C-0907-137F32B896CC}"/>
          </ac:picMkLst>
        </pc:picChg>
        <pc:picChg chg="add mod">
          <ac:chgData name="Styxie x" userId="44e5248c228d5751" providerId="LiveId" clId="{BC3AD439-EA75-47CC-AFFB-98D1B066A9EB}" dt="2025-05-01T17:31:24.300" v="684" actId="1076"/>
          <ac:picMkLst>
            <pc:docMk/>
            <pc:sldMk cId="3043309872" sldId="320"/>
            <ac:picMk id="5" creationId="{20BF3905-B21C-2370-20DD-A9F0C932D392}"/>
          </ac:picMkLst>
        </pc:picChg>
        <pc:picChg chg="add mod">
          <ac:chgData name="Styxie x" userId="44e5248c228d5751" providerId="LiveId" clId="{BC3AD439-EA75-47CC-AFFB-98D1B066A9EB}" dt="2025-05-01T17:31:47.300" v="688" actId="1076"/>
          <ac:picMkLst>
            <pc:docMk/>
            <pc:sldMk cId="3043309872" sldId="320"/>
            <ac:picMk id="6" creationId="{BBA61A62-887E-176E-2A09-A52A2F48AAC7}"/>
          </ac:picMkLst>
        </pc:picChg>
        <pc:picChg chg="add mod">
          <ac:chgData name="Styxie x" userId="44e5248c228d5751" providerId="LiveId" clId="{BC3AD439-EA75-47CC-AFFB-98D1B066A9EB}" dt="2025-05-01T17:39:52.427" v="696" actId="1076"/>
          <ac:picMkLst>
            <pc:docMk/>
            <pc:sldMk cId="3043309872" sldId="320"/>
            <ac:picMk id="9" creationId="{DA543D8A-FC66-08E1-8205-A28C99F53D8C}"/>
          </ac:picMkLst>
        </pc:picChg>
        <pc:picChg chg="add mod">
          <ac:chgData name="Styxie x" userId="44e5248c228d5751" providerId="LiveId" clId="{BC3AD439-EA75-47CC-AFFB-98D1B066A9EB}" dt="2025-05-01T17:39:47.486" v="694" actId="1076"/>
          <ac:picMkLst>
            <pc:docMk/>
            <pc:sldMk cId="3043309872" sldId="320"/>
            <ac:picMk id="11" creationId="{F9262E66-D4A6-430A-5247-EFA96A1F8674}"/>
          </ac:picMkLst>
        </pc:picChg>
        <pc:picChg chg="del">
          <ac:chgData name="Styxie x" userId="44e5248c228d5751" providerId="LiveId" clId="{BC3AD439-EA75-47CC-AFFB-98D1B066A9EB}" dt="2025-05-01T17:29:54.824" v="670" actId="478"/>
          <ac:picMkLst>
            <pc:docMk/>
            <pc:sldMk cId="3043309872" sldId="320"/>
            <ac:picMk id="14" creationId="{7F21218A-1D88-99C3-F521-F5621AE2C9C5}"/>
          </ac:picMkLst>
        </pc:picChg>
      </pc:sldChg>
      <pc:sldChg chg="new del">
        <pc:chgData name="Styxie x" userId="44e5248c228d5751" providerId="LiveId" clId="{BC3AD439-EA75-47CC-AFFB-98D1B066A9EB}" dt="2025-05-01T18:33:13.034" v="1268" actId="47"/>
        <pc:sldMkLst>
          <pc:docMk/>
          <pc:sldMk cId="572535123" sldId="321"/>
        </pc:sldMkLst>
      </pc:sldChg>
      <pc:sldChg chg="new del">
        <pc:chgData name="Styxie x" userId="44e5248c228d5751" providerId="LiveId" clId="{BC3AD439-EA75-47CC-AFFB-98D1B066A9EB}" dt="2025-05-01T18:28:59.640" v="1187" actId="47"/>
        <pc:sldMkLst>
          <pc:docMk/>
          <pc:sldMk cId="1587312132" sldId="321"/>
        </pc:sldMkLst>
      </pc:sldChg>
      <pc:sldChg chg="addSp delSp modSp add mod">
        <pc:chgData name="Styxie x" userId="44e5248c228d5751" providerId="LiveId" clId="{BC3AD439-EA75-47CC-AFFB-98D1B066A9EB}" dt="2025-05-01T19:39:30.121" v="1622" actId="403"/>
        <pc:sldMkLst>
          <pc:docMk/>
          <pc:sldMk cId="3713399751" sldId="322"/>
        </pc:sldMkLst>
        <pc:spChg chg="mod">
          <ac:chgData name="Styxie x" userId="44e5248c228d5751" providerId="LiveId" clId="{BC3AD439-EA75-47CC-AFFB-98D1B066A9EB}" dt="2025-05-01T18:35:06.932" v="1287" actId="14100"/>
          <ac:spMkLst>
            <pc:docMk/>
            <pc:sldMk cId="3713399751" sldId="322"/>
            <ac:spMk id="3" creationId="{968F1BA3-E0E6-AD2F-A19D-B2D76B4A9A78}"/>
          </ac:spMkLst>
        </pc:spChg>
        <pc:spChg chg="mod">
          <ac:chgData name="Styxie x" userId="44e5248c228d5751" providerId="LiveId" clId="{BC3AD439-EA75-47CC-AFFB-98D1B066A9EB}" dt="2025-05-01T19:39:30.121" v="1622" actId="403"/>
          <ac:spMkLst>
            <pc:docMk/>
            <pc:sldMk cId="3713399751" sldId="322"/>
            <ac:spMk id="8" creationId="{42594CD2-0384-2D34-63F5-4F09A3B97F7A}"/>
          </ac:spMkLst>
        </pc:spChg>
        <pc:picChg chg="add mod">
          <ac:chgData name="Styxie x" userId="44e5248c228d5751" providerId="LiveId" clId="{BC3AD439-EA75-47CC-AFFB-98D1B066A9EB}" dt="2025-05-01T18:36:42.430" v="1307" actId="1076"/>
          <ac:picMkLst>
            <pc:docMk/>
            <pc:sldMk cId="3713399751" sldId="322"/>
            <ac:picMk id="5" creationId="{CC982A29-F69F-C9E8-D8E4-7CAFCF3BCDFA}"/>
          </ac:picMkLst>
        </pc:picChg>
        <pc:picChg chg="add mod">
          <ac:chgData name="Styxie x" userId="44e5248c228d5751" providerId="LiveId" clId="{BC3AD439-EA75-47CC-AFFB-98D1B066A9EB}" dt="2025-05-01T18:36:50.399" v="1309" actId="14100"/>
          <ac:picMkLst>
            <pc:docMk/>
            <pc:sldMk cId="3713399751" sldId="322"/>
            <ac:picMk id="9" creationId="{B6C0BFAF-BE28-9452-7811-298F97BA71A4}"/>
          </ac:picMkLst>
        </pc:picChg>
        <pc:picChg chg="add mod">
          <ac:chgData name="Styxie x" userId="44e5248c228d5751" providerId="LiveId" clId="{BC3AD439-EA75-47CC-AFFB-98D1B066A9EB}" dt="2025-05-01T18:36:44.325" v="1308" actId="1076"/>
          <ac:picMkLst>
            <pc:docMk/>
            <pc:sldMk cId="3713399751" sldId="322"/>
            <ac:picMk id="11" creationId="{3EBB871B-6819-C656-EBDF-2D267A18DB7E}"/>
          </ac:picMkLst>
        </pc:picChg>
        <pc:picChg chg="del">
          <ac:chgData name="Styxie x" userId="44e5248c228d5751" providerId="LiveId" clId="{BC3AD439-EA75-47CC-AFFB-98D1B066A9EB}" dt="2025-05-01T18:33:41.495" v="1280" actId="478"/>
          <ac:picMkLst>
            <pc:docMk/>
            <pc:sldMk cId="3713399751" sldId="322"/>
            <ac:picMk id="1026" creationId="{3E270B21-964D-4F3B-7DF7-AFAEB6673C19}"/>
          </ac:picMkLst>
        </pc:picChg>
      </pc:sldChg>
      <pc:sldChg chg="new del">
        <pc:chgData name="Styxie x" userId="44e5248c228d5751" providerId="LiveId" clId="{BC3AD439-EA75-47CC-AFFB-98D1B066A9EB}" dt="2025-05-01T19:09:46.886" v="1330" actId="680"/>
        <pc:sldMkLst>
          <pc:docMk/>
          <pc:sldMk cId="3216684131" sldId="323"/>
        </pc:sldMkLst>
      </pc:sldChg>
      <pc:sldChg chg="modSp add del mod ord">
        <pc:chgData name="Styxie x" userId="44e5248c228d5751" providerId="LiveId" clId="{BC3AD439-EA75-47CC-AFFB-98D1B066A9EB}" dt="2025-05-01T19:39:53.596" v="1640" actId="403"/>
        <pc:sldMkLst>
          <pc:docMk/>
          <pc:sldMk cId="3651522037" sldId="323"/>
        </pc:sldMkLst>
        <pc:spChg chg="mod">
          <ac:chgData name="Styxie x" userId="44e5248c228d5751" providerId="LiveId" clId="{BC3AD439-EA75-47CC-AFFB-98D1B066A9EB}" dt="2025-05-01T19:35:30.713" v="1502" actId="1076"/>
          <ac:spMkLst>
            <pc:docMk/>
            <pc:sldMk cId="3651522037" sldId="323"/>
            <ac:spMk id="4" creationId="{351F90C7-31EE-9AA1-8526-8B6663A5D6DE}"/>
          </ac:spMkLst>
        </pc:spChg>
        <pc:spChg chg="mod">
          <ac:chgData name="Styxie x" userId="44e5248c228d5751" providerId="LiveId" clId="{BC3AD439-EA75-47CC-AFFB-98D1B066A9EB}" dt="2025-05-01T19:39:53.596" v="1640" actId="403"/>
          <ac:spMkLst>
            <pc:docMk/>
            <pc:sldMk cId="3651522037" sldId="323"/>
            <ac:spMk id="8" creationId="{6644E536-BC7F-8B82-CDF6-E061CA33B332}"/>
          </ac:spMkLst>
        </pc:spChg>
        <pc:spChg chg="mod">
          <ac:chgData name="Styxie x" userId="44e5248c228d5751" providerId="LiveId" clId="{BC3AD439-EA75-47CC-AFFB-98D1B066A9EB}" dt="2025-05-01T19:33:55.985" v="1477"/>
          <ac:spMkLst>
            <pc:docMk/>
            <pc:sldMk cId="3651522037" sldId="323"/>
            <ac:spMk id="9" creationId="{C1FF99B0-99B5-29CF-A890-0671B129A7AC}"/>
          </ac:spMkLst>
        </pc:spChg>
      </pc:sldChg>
      <pc:sldChg chg="new del">
        <pc:chgData name="Styxie x" userId="44e5248c228d5751" providerId="LiveId" clId="{BC3AD439-EA75-47CC-AFFB-98D1B066A9EB}" dt="2025-05-01T19:38:53.836" v="1591" actId="47"/>
        <pc:sldMkLst>
          <pc:docMk/>
          <pc:sldMk cId="1918631215" sldId="324"/>
        </pc:sldMkLst>
      </pc:sldChg>
      <pc:sldChg chg="modSp add mod">
        <pc:chgData name="Styxie x" userId="44e5248c228d5751" providerId="LiveId" clId="{BC3AD439-EA75-47CC-AFFB-98D1B066A9EB}" dt="2025-05-01T19:39:03.685" v="1614" actId="20577"/>
        <pc:sldMkLst>
          <pc:docMk/>
          <pc:sldMk cId="3008443693" sldId="325"/>
        </pc:sldMkLst>
        <pc:spChg chg="mod">
          <ac:chgData name="Styxie x" userId="44e5248c228d5751" providerId="LiveId" clId="{BC3AD439-EA75-47CC-AFFB-98D1B066A9EB}" dt="2025-05-01T19:39:03.685" v="1614" actId="20577"/>
          <ac:spMkLst>
            <pc:docMk/>
            <pc:sldMk cId="3008443693" sldId="325"/>
            <ac:spMk id="2" creationId="{EE5D6B0D-1987-8CFC-89D7-E3601DBB3979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 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rtl="0">
              <a:defRPr sz="1200"/>
            </a:lvl1pPr>
          </a:lstStyle>
          <a:p>
            <a:pPr rtl="0"/>
            <a:endParaRPr lang="fr-FR" dirty="0"/>
          </a:p>
        </p:txBody>
      </p:sp>
      <p:sp>
        <p:nvSpPr>
          <p:cNvPr id="3" name="Espace réservé de la date 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rtl="0">
              <a:defRPr sz="1200"/>
            </a:lvl1pPr>
          </a:lstStyle>
          <a:p>
            <a:pPr algn="r" rtl="0"/>
            <a:fld id="{D8AF6929-4F16-43A6-8368-BF93843271D3}" type="datetime1">
              <a:rPr lang="fr-FR" smtClean="0"/>
              <a:t>01/05/2025</a:t>
            </a:fld>
            <a:endParaRPr lang="fr-FR" dirty="0"/>
          </a:p>
        </p:txBody>
      </p:sp>
      <p:sp>
        <p:nvSpPr>
          <p:cNvPr id="4" name="Espace réservé du pied de page 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rtl="0">
              <a:defRPr sz="1200"/>
            </a:lvl1pPr>
          </a:lstStyle>
          <a:p>
            <a:pPr rtl="0"/>
            <a:endParaRPr lang="fr-FR" dirty="0"/>
          </a:p>
        </p:txBody>
      </p:sp>
      <p:sp>
        <p:nvSpPr>
          <p:cNvPr id="5" name="Espace réservé du numéro de diapositive 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rtl="0">
              <a:defRPr sz="1200"/>
            </a:lvl1pPr>
          </a:lstStyle>
          <a:p>
            <a:pPr algn="r" rtl="0"/>
            <a:fld id="{79429053-DC2A-4342-ADD4-2FD729D91E2C}" type="slidenum">
              <a:rPr lang="fr-FR" smtClean="0"/>
              <a:pPr algn="r" rtl="0"/>
              <a:t>‹#›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23204575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 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rtl="0">
              <a:defRPr sz="1200"/>
            </a:lvl1pPr>
          </a:lstStyle>
          <a:p>
            <a:pPr rtl="0"/>
            <a:endParaRPr lang="fr-FR" dirty="0"/>
          </a:p>
        </p:txBody>
      </p:sp>
      <p:sp>
        <p:nvSpPr>
          <p:cNvPr id="3" name="Espace réservé de la date 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rtl="0">
              <a:defRPr sz="1200"/>
            </a:lvl1pPr>
          </a:lstStyle>
          <a:p>
            <a:fld id="{4D9CF8A1-AC6C-4B34-A6AF-5306B09514F1}" type="datetime1">
              <a:rPr lang="fr-FR" smtClean="0"/>
              <a:pPr/>
              <a:t>01/05/2025</a:t>
            </a:fld>
            <a:endParaRPr lang="fr-FR" dirty="0"/>
          </a:p>
        </p:txBody>
      </p:sp>
      <p:sp>
        <p:nvSpPr>
          <p:cNvPr id="4" name="Espace réservé d’image de diapositive 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fr-FR" dirty="0"/>
          </a:p>
        </p:txBody>
      </p:sp>
      <p:sp>
        <p:nvSpPr>
          <p:cNvPr id="5" name="Espace réservé des notes 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fr-FR" dirty="0"/>
              <a:t>Modifiez les styles du texte du masque</a:t>
            </a:r>
          </a:p>
          <a:p>
            <a:pPr lvl="1" rtl="0"/>
            <a:r>
              <a:rPr lang="fr-FR" dirty="0"/>
              <a:t>Deuxième niveau</a:t>
            </a:r>
          </a:p>
          <a:p>
            <a:pPr lvl="2" rtl="0"/>
            <a:r>
              <a:rPr lang="fr-FR" dirty="0"/>
              <a:t>Troisième niveau</a:t>
            </a:r>
          </a:p>
          <a:p>
            <a:pPr lvl="3" rtl="0"/>
            <a:r>
              <a:rPr lang="fr-FR" dirty="0"/>
              <a:t>Quatrième niveau</a:t>
            </a:r>
          </a:p>
          <a:p>
            <a:pPr lvl="4" rtl="0"/>
            <a:r>
              <a:rPr lang="fr-FR" dirty="0"/>
              <a:t>Cinquième niveau</a:t>
            </a:r>
          </a:p>
        </p:txBody>
      </p:sp>
      <p:sp>
        <p:nvSpPr>
          <p:cNvPr id="6" name="Espace réservé du pied de page 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rtl="0">
              <a:defRPr sz="1200"/>
            </a:lvl1pPr>
          </a:lstStyle>
          <a:p>
            <a:pPr rtl="0"/>
            <a:endParaRPr lang="fr-FR" dirty="0"/>
          </a:p>
        </p:txBody>
      </p:sp>
      <p:sp>
        <p:nvSpPr>
          <p:cNvPr id="7" name="Espace réservé du numéro de diapositive 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rtl="0">
              <a:defRPr sz="1200"/>
            </a:lvl1pPr>
          </a:lstStyle>
          <a:p>
            <a:pPr algn="r"/>
            <a:fld id="{3EBA5BD7-F043-4D1B-AA17-CD412FC534DE}" type="slidenum">
              <a:rPr lang="fr-FR" smtClean="0"/>
              <a:pPr algn="r"/>
              <a:t>‹#›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767057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0949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1898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2848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3797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04746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algn="r"/>
            <a:fld id="{3EBA5BD7-F043-4D1B-AA17-CD412FC534DE}" type="slidenum">
              <a:rPr lang="fr-FR" smtClean="0"/>
              <a:pPr algn="r"/>
              <a:t>1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1628626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algn="r"/>
            <a:fld id="{3EBA5BD7-F043-4D1B-AA17-CD412FC534DE}" type="slidenum">
              <a:rPr lang="fr-FR" smtClean="0"/>
              <a:pPr algn="r"/>
              <a:t>2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42757521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algn="r"/>
            <a:fld id="{3EBA5BD7-F043-4D1B-AA17-CD412FC534DE}" type="slidenum">
              <a:rPr lang="fr-FR" smtClean="0"/>
              <a:pPr algn="r"/>
              <a:t>9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68040395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E60252-91BA-E5B3-BE71-1BFC0EF546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A56B48-A260-4FD2-65CE-C94611179C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62AD79-ABE7-4BA4-EEDF-9616E7ED73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75CDFB-942A-4043-8354-B94E1ED402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algn="r"/>
            <a:fld id="{3EBA5BD7-F043-4D1B-AA17-CD412FC534DE}" type="slidenum">
              <a:rPr lang="fr-FR" smtClean="0"/>
              <a:pPr algn="r"/>
              <a:t>10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90695896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algn="r"/>
            <a:fld id="{3EBA5BD7-F043-4D1B-AA17-CD412FC534DE}" type="slidenum">
              <a:rPr lang="fr-FR" smtClean="0"/>
              <a:pPr algn="r"/>
              <a:t>12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5867197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algn="r"/>
            <a:fld id="{3EBA5BD7-F043-4D1B-AA17-CD412FC534DE}" type="slidenum">
              <a:rPr lang="fr-FR" smtClean="0"/>
              <a:pPr algn="r"/>
              <a:t>13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0119904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diagonales"/>
          <p:cNvGrpSpPr/>
          <p:nvPr/>
        </p:nvGrpSpPr>
        <p:grpSpPr>
          <a:xfrm>
            <a:off x="7516443" y="4145281"/>
            <a:ext cx="4686117" cy="2731407"/>
            <a:chOff x="5638800" y="3108960"/>
            <a:chExt cx="3515503" cy="2048555"/>
          </a:xfrm>
        </p:grpSpPr>
        <p:cxnSp>
          <p:nvCxnSpPr>
            <p:cNvPr id="14" name="Connecteur droit 13"/>
            <p:cNvCxnSpPr/>
            <p:nvPr/>
          </p:nvCxnSpPr>
          <p:spPr>
            <a:xfrm flipV="1">
              <a:off x="5638800" y="3108960"/>
              <a:ext cx="3515503" cy="2037116"/>
            </a:xfrm>
            <a:prstGeom prst="line">
              <a:avLst/>
            </a:pr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" name="Connecteur droit 16"/>
            <p:cNvCxnSpPr/>
            <p:nvPr/>
          </p:nvCxnSpPr>
          <p:spPr>
            <a:xfrm flipV="1">
              <a:off x="6004643" y="3333750"/>
              <a:ext cx="3149660" cy="1823765"/>
            </a:xfrm>
            <a:prstGeom prst="line">
              <a:avLst/>
            </a:pr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" name="Connecteur droit 18"/>
            <p:cNvCxnSpPr/>
            <p:nvPr/>
          </p:nvCxnSpPr>
          <p:spPr>
            <a:xfrm flipV="1">
              <a:off x="6388342" y="3549891"/>
              <a:ext cx="2765961" cy="1600149"/>
            </a:xfrm>
            <a:prstGeom prst="line">
              <a:avLst/>
            </a:pr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2" name="lignes inférieures"/>
          <p:cNvGrpSpPr/>
          <p:nvPr/>
        </p:nvGrpSpPr>
        <p:grpSpPr>
          <a:xfrm>
            <a:off x="-8916" y="6057149"/>
            <a:ext cx="5498726" cy="820207"/>
            <a:chOff x="-6689" y="4553748"/>
            <a:chExt cx="4125119" cy="615155"/>
          </a:xfrm>
        </p:grpSpPr>
        <p:sp>
          <p:nvSpPr>
            <p:cNvPr id="9" name="Forme libre 8"/>
            <p:cNvSpPr/>
            <p:nvPr/>
          </p:nvSpPr>
          <p:spPr>
            <a:xfrm rot="16200000">
              <a:off x="1754302" y="2802395"/>
              <a:ext cx="612775" cy="4115481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4115481 h 4115481"/>
                <a:gd name="connsiteX1" fmla="*/ 612775 w 612775"/>
                <a:gd name="connsiteY1" fmla="*/ 3180443 h 4115481"/>
                <a:gd name="connsiteX2" fmla="*/ 612775 w 612775"/>
                <a:gd name="connsiteY2" fmla="*/ 0 h 4115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12775" h="4115481">
                  <a:moveTo>
                    <a:pt x="0" y="4115481"/>
                  </a:moveTo>
                  <a:lnTo>
                    <a:pt x="612775" y="3180443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 rtl="0"/>
              <a:endParaRPr lang="fr-FR" dirty="0"/>
            </a:p>
          </p:txBody>
        </p:sp>
        <p:sp>
          <p:nvSpPr>
            <p:cNvPr id="10" name="Forme libre 9"/>
            <p:cNvSpPr/>
            <p:nvPr/>
          </p:nvSpPr>
          <p:spPr>
            <a:xfrm rot="16200000">
              <a:off x="1604659" y="3152814"/>
              <a:ext cx="410751" cy="3621427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202024 w 612775"/>
                <a:gd name="connsiteY1" fmla="*/ 3607676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10751 w 410751"/>
                <a:gd name="connsiteY2" fmla="*/ 0 h 3607676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09575 w 410751"/>
                <a:gd name="connsiteY2" fmla="*/ 185820 h 3607676"/>
                <a:gd name="connsiteX3" fmla="*/ 410751 w 410751"/>
                <a:gd name="connsiteY3" fmla="*/ 0 h 3607676"/>
                <a:gd name="connsiteX0" fmla="*/ 0 w 410751"/>
                <a:gd name="connsiteY0" fmla="*/ 3421856 h 3421856"/>
                <a:gd name="connsiteX1" fmla="*/ 410751 w 410751"/>
                <a:gd name="connsiteY1" fmla="*/ 2798680 h 3421856"/>
                <a:gd name="connsiteX2" fmla="*/ 409575 w 410751"/>
                <a:gd name="connsiteY2" fmla="*/ 0 h 3421856"/>
                <a:gd name="connsiteX0" fmla="*/ 0 w 410751"/>
                <a:gd name="connsiteY0" fmla="*/ 3614170 h 3614170"/>
                <a:gd name="connsiteX1" fmla="*/ 410751 w 410751"/>
                <a:gd name="connsiteY1" fmla="*/ 2990994 h 3614170"/>
                <a:gd name="connsiteX2" fmla="*/ 405947 w 410751"/>
                <a:gd name="connsiteY2" fmla="*/ 0 h 3614170"/>
                <a:gd name="connsiteX0" fmla="*/ 0 w 410751"/>
                <a:gd name="connsiteY0" fmla="*/ 3621427 h 3621427"/>
                <a:gd name="connsiteX1" fmla="*/ 410751 w 410751"/>
                <a:gd name="connsiteY1" fmla="*/ 2998251 h 3621427"/>
                <a:gd name="connsiteX2" fmla="*/ 405947 w 410751"/>
                <a:gd name="connsiteY2" fmla="*/ 0 h 36214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0751" h="3621427">
                  <a:moveTo>
                    <a:pt x="0" y="3621427"/>
                  </a:moveTo>
                  <a:lnTo>
                    <a:pt x="410751" y="2998251"/>
                  </a:lnTo>
                  <a:cubicBezTo>
                    <a:pt x="410359" y="2065358"/>
                    <a:pt x="406339" y="932893"/>
                    <a:pt x="405947" y="0"/>
                  </a:cubicBezTo>
                </a:path>
              </a:pathLst>
            </a:cu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 rtl="0"/>
              <a:endParaRPr lang="fr-FR" dirty="0"/>
            </a:p>
          </p:txBody>
        </p:sp>
        <p:sp>
          <p:nvSpPr>
            <p:cNvPr id="11" name="Forme libre 10"/>
            <p:cNvSpPr/>
            <p:nvPr/>
          </p:nvSpPr>
          <p:spPr>
            <a:xfrm rot="16200000">
              <a:off x="1462308" y="3453376"/>
              <a:ext cx="241768" cy="3179761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373856 w 612775"/>
                <a:gd name="connsiteY1" fmla="*/ 3344891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919 w 238919"/>
                <a:gd name="connsiteY2" fmla="*/ 0 h 3344891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125 w 238919"/>
                <a:gd name="connsiteY2" fmla="*/ 368330 h 3344891"/>
                <a:gd name="connsiteX3" fmla="*/ 238919 w 238919"/>
                <a:gd name="connsiteY3" fmla="*/ 0 h 3344891"/>
                <a:gd name="connsiteX0" fmla="*/ 0 w 238919"/>
                <a:gd name="connsiteY0" fmla="*/ 2976561 h 2976561"/>
                <a:gd name="connsiteX1" fmla="*/ 238919 w 238919"/>
                <a:gd name="connsiteY1" fmla="*/ 2616170 h 2976561"/>
                <a:gd name="connsiteX2" fmla="*/ 238125 w 238919"/>
                <a:gd name="connsiteY2" fmla="*/ 0 h 2976561"/>
                <a:gd name="connsiteX0" fmla="*/ 0 w 241768"/>
                <a:gd name="connsiteY0" fmla="*/ 3179761 h 3179761"/>
                <a:gd name="connsiteX1" fmla="*/ 238919 w 241768"/>
                <a:gd name="connsiteY1" fmla="*/ 2819370 h 3179761"/>
                <a:gd name="connsiteX2" fmla="*/ 241754 w 241768"/>
                <a:gd name="connsiteY2" fmla="*/ 0 h 3179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41768" h="3179761">
                  <a:moveTo>
                    <a:pt x="0" y="3179761"/>
                  </a:moveTo>
                  <a:lnTo>
                    <a:pt x="238919" y="2819370"/>
                  </a:lnTo>
                  <a:cubicBezTo>
                    <a:pt x="238654" y="1947313"/>
                    <a:pt x="242019" y="872057"/>
                    <a:pt x="241754" y="0"/>
                  </a:cubicBezTo>
                </a:path>
              </a:pathLst>
            </a:cu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 rtl="0"/>
              <a:endParaRPr lang="fr-FR" dirty="0"/>
            </a:p>
          </p:txBody>
        </p:sp>
      </p:grpSp>
      <p:sp>
        <p:nvSpPr>
          <p:cNvPr id="2" name="Titre 1"/>
          <p:cNvSpPr>
            <a:spLocks noGrp="1"/>
          </p:cNvSpPr>
          <p:nvPr>
            <p:ph type="ctrTitle"/>
          </p:nvPr>
        </p:nvSpPr>
        <p:spPr>
          <a:xfrm>
            <a:off x="1625176" y="584200"/>
            <a:ext cx="8735325" cy="2000251"/>
          </a:xfrm>
        </p:spPr>
        <p:txBody>
          <a:bodyPr rtlCol="0">
            <a:normAutofit/>
          </a:bodyPr>
          <a:lstStyle>
            <a:lvl1pPr algn="l" rtl="0">
              <a:defRPr sz="5400"/>
            </a:lvl1pPr>
          </a:lstStyle>
          <a:p>
            <a:pPr rtl="0"/>
            <a:r>
              <a:rPr lang="en-US"/>
              <a:t>Click to edit Master title style</a:t>
            </a:r>
            <a:endParaRPr lang="fr-FR" dirty="0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625176" y="2616200"/>
            <a:ext cx="8735325" cy="1752600"/>
          </a:xfrm>
        </p:spPr>
        <p:txBody>
          <a:bodyPr rtlCol="0">
            <a:normAutofit/>
          </a:bodyPr>
          <a:lstStyle>
            <a:lvl1pPr marL="0" indent="0" algn="l" rtl="0">
              <a:spcBef>
                <a:spcPts val="0"/>
              </a:spcBef>
              <a:buNone/>
              <a:defRPr sz="2800" cap="all" spc="200" baseline="0">
                <a:solidFill>
                  <a:schemeClr val="accent1"/>
                </a:solidFill>
              </a:defRPr>
            </a:lvl1pPr>
            <a:lvl2pPr marL="609493" indent="0" algn="ctr" rt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8987" indent="0" algn="ctr" rt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480" indent="0" algn="ctr" rt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7973" indent="0" algn="ctr" rt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467" indent="0" algn="ctr" rt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6960" indent="0" algn="ctr" rt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453" indent="0" algn="ctr" rt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5947" indent="0" algn="ctr" rt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en-US"/>
              <a:t>Click to edit Master subtitle style</a:t>
            </a:r>
            <a:endParaRPr lang="fr-FR" dirty="0"/>
          </a:p>
        </p:txBody>
      </p:sp>
      <p:sp>
        <p:nvSpPr>
          <p:cNvPr id="22" name="Espace réservé de la date 2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fld id="{1BD9953E-5BC6-4666-A734-E77D5FB3D583}" type="datetime1">
              <a:rPr lang="fr-FR" smtClean="0"/>
              <a:t>01/05/2025</a:t>
            </a:fld>
            <a:endParaRPr lang="fr-FR" dirty="0"/>
          </a:p>
        </p:txBody>
      </p:sp>
      <p:sp>
        <p:nvSpPr>
          <p:cNvPr id="23" name="Espace réservé du pied de page 2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dirty="0"/>
          </a:p>
        </p:txBody>
      </p:sp>
      <p:sp>
        <p:nvSpPr>
          <p:cNvPr id="24" name="Espace réservé du numéro de diapositive 2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algn="r"/>
            <a:fld id="{C014DD1E-5D91-48A3-AD6D-45FBA980D106}" type="slidenum">
              <a:rPr lang="fr-FR" smtClean="0"/>
              <a:pPr algn="r"/>
              <a:t>‹#›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8474885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n-US"/>
              <a:t>Click to edit Master title style</a:t>
            </a:r>
            <a:endParaRPr lang="fr-FR" dirty="0"/>
          </a:p>
        </p:txBody>
      </p:sp>
      <p:sp>
        <p:nvSpPr>
          <p:cNvPr id="3" name="Espace réservé du contenu 2"/>
          <p:cNvSpPr>
            <a:spLocks noGrp="1"/>
          </p:cNvSpPr>
          <p:nvPr>
            <p:ph idx="1"/>
          </p:nvPr>
        </p:nvSpPr>
        <p:spPr/>
        <p:txBody>
          <a:bodyPr rtlCol="0"/>
          <a:lstStyle>
            <a:lvl5pPr algn="l" rtl="0">
              <a:defRPr/>
            </a:lvl5pPr>
            <a:lvl6pPr algn="l" rtl="0">
              <a:defRPr/>
            </a:lvl6pPr>
            <a:lvl7pPr algn="l" rtl="0">
              <a:defRPr/>
            </a:lvl7pPr>
            <a:lvl8pPr algn="l" rtl="0">
              <a:defRPr/>
            </a:lvl8pPr>
            <a:lvl9pPr algn="l" rtl="0">
              <a:defRPr/>
            </a:lvl9pPr>
          </a:lstStyle>
          <a:p>
            <a:pPr lvl="0" rtl="0"/>
            <a:r>
              <a:rPr lang="en-US"/>
              <a:t>Click to edit Master text styles</a:t>
            </a:r>
          </a:p>
          <a:p>
            <a:pPr lvl="1" rtl="0"/>
            <a:r>
              <a:rPr lang="en-US"/>
              <a:t>Second level</a:t>
            </a:r>
          </a:p>
          <a:p>
            <a:pPr lvl="2" rtl="0"/>
            <a:r>
              <a:rPr lang="en-US"/>
              <a:t>Third level</a:t>
            </a:r>
          </a:p>
          <a:p>
            <a:pPr lvl="3" rtl="0"/>
            <a:r>
              <a:rPr lang="en-US"/>
              <a:t>Fourth level</a:t>
            </a:r>
          </a:p>
          <a:p>
            <a:pPr lvl="4" rtl="0"/>
            <a:r>
              <a:rPr lang="en-US"/>
              <a:t>Fifth level</a:t>
            </a:r>
            <a:endParaRPr lang="fr-FR" dirty="0"/>
          </a:p>
        </p:txBody>
      </p:sp>
      <p:sp>
        <p:nvSpPr>
          <p:cNvPr id="4" name="Espace réservé de la date 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fld id="{34E2683B-2A01-44F3-996F-0E755F28A700}" type="datetime1">
              <a:rPr lang="fr-FR" smtClean="0"/>
              <a:t>01/05/2025</a:t>
            </a:fld>
            <a:endParaRPr lang="fr-FR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dirty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algn="r"/>
            <a:fld id="{C014DD1E-5D91-48A3-AD6D-45FBA980D106}" type="slidenum">
              <a:rPr lang="fr-FR" smtClean="0"/>
              <a:pPr algn="r"/>
              <a:t>‹#›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4067690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-têt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diagonales"/>
          <p:cNvGrpSpPr/>
          <p:nvPr/>
        </p:nvGrpSpPr>
        <p:grpSpPr>
          <a:xfrm>
            <a:off x="7516443" y="4145281"/>
            <a:ext cx="4686117" cy="2731407"/>
            <a:chOff x="5638800" y="3108960"/>
            <a:chExt cx="3515503" cy="2048555"/>
          </a:xfrm>
        </p:grpSpPr>
        <p:cxnSp>
          <p:nvCxnSpPr>
            <p:cNvPr id="12" name="Connecteur droit 11"/>
            <p:cNvCxnSpPr/>
            <p:nvPr/>
          </p:nvCxnSpPr>
          <p:spPr>
            <a:xfrm flipV="1">
              <a:off x="5638800" y="3108960"/>
              <a:ext cx="3515503" cy="2037116"/>
            </a:xfrm>
            <a:prstGeom prst="line">
              <a:avLst/>
            </a:pr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Connecteur droit 12"/>
            <p:cNvCxnSpPr/>
            <p:nvPr/>
          </p:nvCxnSpPr>
          <p:spPr>
            <a:xfrm flipV="1">
              <a:off x="6004643" y="3333750"/>
              <a:ext cx="3149660" cy="1823765"/>
            </a:xfrm>
            <a:prstGeom prst="line">
              <a:avLst/>
            </a:pr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" name="Connecteur droit 13"/>
            <p:cNvCxnSpPr/>
            <p:nvPr/>
          </p:nvCxnSpPr>
          <p:spPr>
            <a:xfrm flipV="1">
              <a:off x="6388342" y="3549891"/>
              <a:ext cx="2765961" cy="1600149"/>
            </a:xfrm>
            <a:prstGeom prst="line">
              <a:avLst/>
            </a:pr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" name="Titre 1"/>
          <p:cNvSpPr>
            <a:spLocks noGrp="1"/>
          </p:cNvSpPr>
          <p:nvPr>
            <p:ph type="title"/>
          </p:nvPr>
        </p:nvSpPr>
        <p:spPr>
          <a:xfrm>
            <a:off x="1625177" y="2209801"/>
            <a:ext cx="8938472" cy="2764335"/>
          </a:xfrm>
        </p:spPr>
        <p:txBody>
          <a:bodyPr rtlCol="0" anchor="b">
            <a:normAutofit/>
          </a:bodyPr>
          <a:lstStyle>
            <a:lvl1pPr algn="l" rtl="0">
              <a:defRPr sz="5400" b="0" cap="none" baseline="0"/>
            </a:lvl1pPr>
          </a:lstStyle>
          <a:p>
            <a:pPr rtl="0"/>
            <a:r>
              <a:rPr lang="en-US"/>
              <a:t>Click to edit Master title style</a:t>
            </a:r>
            <a:endParaRPr lang="fr-FR" dirty="0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1625176" y="4951266"/>
            <a:ext cx="7069519" cy="1220933"/>
          </a:xfrm>
        </p:spPr>
        <p:txBody>
          <a:bodyPr rtlCol="0" anchor="t">
            <a:normAutofit/>
          </a:bodyPr>
          <a:lstStyle>
            <a:lvl1pPr marL="0" indent="0" algn="l" rtl="0">
              <a:spcBef>
                <a:spcPts val="0"/>
              </a:spcBef>
              <a:buNone/>
              <a:defRPr sz="2800" cap="all" spc="200" baseline="0">
                <a:solidFill>
                  <a:schemeClr val="accent1"/>
                </a:solidFill>
              </a:defRPr>
            </a:lvl1pPr>
            <a:lvl2pPr marL="609493" indent="0" algn="l" rtl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8987" indent="0" algn="l" rtl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3pPr>
            <a:lvl4pPr marL="1828480" indent="0" algn="l" rtl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4pPr>
            <a:lvl5pPr marL="2437973" indent="0" algn="l" rtl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5pPr>
            <a:lvl6pPr marL="3047467" indent="0" algn="l" rtl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6pPr>
            <a:lvl7pPr marL="3656960" indent="0" algn="l" rtl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7pPr>
            <a:lvl8pPr marL="4266453" indent="0" algn="l" rtl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8pPr>
            <a:lvl9pPr marL="4875947" indent="0" algn="l" rtl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en-US"/>
              <a:t>Click to edit Master text styles</a:t>
            </a:r>
          </a:p>
        </p:txBody>
      </p:sp>
      <p:sp>
        <p:nvSpPr>
          <p:cNvPr id="4" name="Espace réservé de la date 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fld id="{07EC882C-578E-43CF-9E65-BCBD84298E0F}" type="datetime1">
              <a:rPr lang="fr-FR" smtClean="0"/>
              <a:t>01/05/2025</a:t>
            </a:fld>
            <a:endParaRPr lang="fr-FR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dirty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algn="r"/>
            <a:fld id="{C014DD1E-5D91-48A3-AD6D-45FBA980D106}" type="slidenum">
              <a:rPr lang="fr-FR" smtClean="0"/>
              <a:pPr algn="r"/>
              <a:t>‹#›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6163306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n-US"/>
              <a:t>Click to edit Master title style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218883" y="1706880"/>
            <a:ext cx="5078677" cy="4465320"/>
          </a:xfrm>
        </p:spPr>
        <p:txBody>
          <a:bodyPr rtlCol="0">
            <a:normAutofit/>
          </a:bodyPr>
          <a:lstStyle>
            <a:lvl1pPr algn="l" rtl="0">
              <a:defRPr sz="2800"/>
            </a:lvl1pPr>
            <a:lvl2pPr algn="l" rtl="0">
              <a:defRPr sz="2400"/>
            </a:lvl2pPr>
            <a:lvl3pPr algn="l" rtl="0">
              <a:defRPr sz="2000"/>
            </a:lvl3pPr>
            <a:lvl4pPr algn="l" rtl="0">
              <a:defRPr sz="2000"/>
            </a:lvl4pPr>
            <a:lvl5pPr algn="l" rtl="0">
              <a:defRPr sz="2000"/>
            </a:lvl5pPr>
            <a:lvl6pPr algn="l" rtl="0">
              <a:defRPr sz="2000"/>
            </a:lvl6pPr>
            <a:lvl7pPr algn="l" rtl="0">
              <a:defRPr sz="2000"/>
            </a:lvl7pPr>
            <a:lvl8pPr algn="l" rtl="0">
              <a:defRPr sz="2000" baseline="0"/>
            </a:lvl8pPr>
            <a:lvl9pPr algn="l" rtl="0">
              <a:defRPr sz="2000" baseline="0"/>
            </a:lvl9pPr>
          </a:lstStyle>
          <a:p>
            <a:pPr lvl="0" rtl="0"/>
            <a:r>
              <a:rPr lang="en-US"/>
              <a:t>Click to edit Master text styles</a:t>
            </a:r>
          </a:p>
          <a:p>
            <a:pPr lvl="1" rtl="0"/>
            <a:r>
              <a:rPr lang="en-US"/>
              <a:t>Second level</a:t>
            </a:r>
          </a:p>
          <a:p>
            <a:pPr lvl="2" rtl="0"/>
            <a:r>
              <a:rPr lang="en-US"/>
              <a:t>Third level</a:t>
            </a:r>
          </a:p>
          <a:p>
            <a:pPr lvl="3" rtl="0"/>
            <a:r>
              <a:rPr lang="en-US"/>
              <a:t>Fourth level</a:t>
            </a:r>
          </a:p>
          <a:p>
            <a:pPr lvl="4" rtl="0"/>
            <a:r>
              <a:rPr lang="en-US"/>
              <a:t>Fifth level</a:t>
            </a:r>
            <a:endParaRPr lang="fr-FR" dirty="0"/>
          </a:p>
        </p:txBody>
      </p:sp>
      <p:sp>
        <p:nvSpPr>
          <p:cNvPr id="4" name="Espace réservé du contenu 3"/>
          <p:cNvSpPr>
            <a:spLocks noGrp="1"/>
          </p:cNvSpPr>
          <p:nvPr>
            <p:ph sz="half" idx="2"/>
          </p:nvPr>
        </p:nvSpPr>
        <p:spPr>
          <a:xfrm>
            <a:off x="6500707" y="1706880"/>
            <a:ext cx="5078677" cy="4465320"/>
          </a:xfrm>
        </p:spPr>
        <p:txBody>
          <a:bodyPr rtlCol="0">
            <a:normAutofit/>
          </a:bodyPr>
          <a:lstStyle>
            <a:lvl1pPr algn="l" rtl="0">
              <a:defRPr sz="2800"/>
            </a:lvl1pPr>
            <a:lvl2pPr algn="l" rtl="0">
              <a:defRPr sz="2400"/>
            </a:lvl2pPr>
            <a:lvl3pPr algn="l" rtl="0">
              <a:defRPr sz="2000"/>
            </a:lvl3pPr>
            <a:lvl4pPr algn="l" rtl="0">
              <a:defRPr sz="2000"/>
            </a:lvl4pPr>
            <a:lvl5pPr algn="l" rtl="0">
              <a:defRPr sz="2000"/>
            </a:lvl5pPr>
            <a:lvl6pPr algn="l" rtl="0">
              <a:defRPr sz="2000"/>
            </a:lvl6pPr>
            <a:lvl7pPr algn="l" rtl="0">
              <a:defRPr sz="2000"/>
            </a:lvl7pPr>
            <a:lvl8pPr algn="l" rtl="0">
              <a:defRPr sz="2000"/>
            </a:lvl8pPr>
            <a:lvl9pPr algn="l" rtl="0">
              <a:defRPr sz="2000"/>
            </a:lvl9pPr>
          </a:lstStyle>
          <a:p>
            <a:pPr lvl="0" rtl="0"/>
            <a:r>
              <a:rPr lang="en-US"/>
              <a:t>Click to edit Master text styles</a:t>
            </a:r>
          </a:p>
          <a:p>
            <a:pPr lvl="1" rtl="0"/>
            <a:r>
              <a:rPr lang="en-US"/>
              <a:t>Second level</a:t>
            </a:r>
          </a:p>
          <a:p>
            <a:pPr lvl="2" rtl="0"/>
            <a:r>
              <a:rPr lang="en-US"/>
              <a:t>Third level</a:t>
            </a:r>
          </a:p>
          <a:p>
            <a:pPr lvl="3" rtl="0"/>
            <a:r>
              <a:rPr lang="en-US"/>
              <a:t>Fourth level</a:t>
            </a:r>
          </a:p>
          <a:p>
            <a:pPr lvl="4" rtl="0"/>
            <a:r>
              <a:rPr lang="en-US"/>
              <a:t>Fifth level</a:t>
            </a:r>
            <a:endParaRPr lang="fr-FR" dirty="0"/>
          </a:p>
        </p:txBody>
      </p:sp>
      <p:sp>
        <p:nvSpPr>
          <p:cNvPr id="5" name="Espace réservé de la date 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fld id="{CA58C49A-26BC-4FB4-A911-B63E6643DEF4}" type="datetime1">
              <a:rPr lang="fr-FR" smtClean="0"/>
              <a:t>01/05/2025</a:t>
            </a:fld>
            <a:endParaRPr lang="fr-FR" dirty="0"/>
          </a:p>
        </p:txBody>
      </p:sp>
      <p:sp>
        <p:nvSpPr>
          <p:cNvPr id="6" name="Espace réservé du pied de page 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dirty="0"/>
          </a:p>
        </p:txBody>
      </p:sp>
      <p:sp>
        <p:nvSpPr>
          <p:cNvPr id="7" name="Espace réservé du numéro de diapositive 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algn="r"/>
            <a:fld id="{C014DD1E-5D91-48A3-AD6D-45FBA980D106}" type="slidenum">
              <a:rPr lang="fr-FR" smtClean="0"/>
              <a:pPr algn="r"/>
              <a:t>‹#›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5576477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 algn="l" rtl="0">
              <a:defRPr/>
            </a:lvl1pPr>
          </a:lstStyle>
          <a:p>
            <a:pPr rtl="0"/>
            <a:r>
              <a:rPr lang="en-US"/>
              <a:t>Click to edit Master title style</a:t>
            </a:r>
            <a:endParaRPr lang="fr-FR" dirty="0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1218883" y="1701800"/>
            <a:ext cx="5082740" cy="914400"/>
          </a:xfrm>
        </p:spPr>
        <p:txBody>
          <a:bodyPr rtlCol="0" anchor="b">
            <a:normAutofit/>
          </a:bodyPr>
          <a:lstStyle>
            <a:lvl1pPr marL="0" indent="0" algn="l" rtl="0">
              <a:spcBef>
                <a:spcPts val="0"/>
              </a:spcBef>
              <a:buNone/>
              <a:defRPr sz="2800" b="0" cap="all" spc="200" baseline="0">
                <a:solidFill>
                  <a:schemeClr val="accent1"/>
                </a:solidFill>
              </a:defRPr>
            </a:lvl1pPr>
            <a:lvl2pPr marL="609493" indent="0" algn="l" rtl="0">
              <a:buNone/>
              <a:defRPr sz="2700" b="1"/>
            </a:lvl2pPr>
            <a:lvl3pPr marL="1218987" indent="0" algn="l" rtl="0">
              <a:buNone/>
              <a:defRPr sz="2400" b="1"/>
            </a:lvl3pPr>
            <a:lvl4pPr marL="1828480" indent="0" algn="l" rtl="0">
              <a:buNone/>
              <a:defRPr sz="2100" b="1"/>
            </a:lvl4pPr>
            <a:lvl5pPr marL="2437973" indent="0" algn="l" rtl="0">
              <a:buNone/>
              <a:defRPr sz="2100" b="1"/>
            </a:lvl5pPr>
            <a:lvl6pPr marL="3047467" indent="0" algn="l" rtl="0">
              <a:buNone/>
              <a:defRPr sz="2100" b="1"/>
            </a:lvl6pPr>
            <a:lvl7pPr marL="3656960" indent="0" algn="l" rtl="0">
              <a:buNone/>
              <a:defRPr sz="2100" b="1"/>
            </a:lvl7pPr>
            <a:lvl8pPr marL="4266453" indent="0" algn="l" rtl="0">
              <a:buNone/>
              <a:defRPr sz="2100" b="1"/>
            </a:lvl8pPr>
            <a:lvl9pPr marL="4875947" indent="0" algn="l" rtl="0">
              <a:buNone/>
              <a:defRPr sz="2100" b="1"/>
            </a:lvl9pPr>
          </a:lstStyle>
          <a:p>
            <a:pPr lvl="0" rtl="0"/>
            <a:r>
              <a:rPr lang="en-US"/>
              <a:t>Click to edit Master text styles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1218883" y="2717800"/>
            <a:ext cx="5078677" cy="3454400"/>
          </a:xfrm>
        </p:spPr>
        <p:txBody>
          <a:bodyPr rtlCol="0">
            <a:noAutofit/>
          </a:bodyPr>
          <a:lstStyle>
            <a:lvl1pPr algn="l" rtl="0">
              <a:defRPr sz="2800"/>
            </a:lvl1pPr>
            <a:lvl2pPr algn="l" rtl="0">
              <a:defRPr sz="2400"/>
            </a:lvl2pPr>
            <a:lvl3pPr algn="l" rtl="0">
              <a:defRPr sz="2000"/>
            </a:lvl3pPr>
            <a:lvl4pPr algn="l" rtl="0">
              <a:defRPr sz="2000"/>
            </a:lvl4pPr>
            <a:lvl5pPr algn="l" rtl="0">
              <a:defRPr sz="2000"/>
            </a:lvl5pPr>
            <a:lvl6pPr algn="l" rtl="0">
              <a:defRPr sz="2000"/>
            </a:lvl6pPr>
            <a:lvl7pPr algn="l" rtl="0">
              <a:defRPr sz="2000" baseline="0"/>
            </a:lvl7pPr>
            <a:lvl8pPr algn="l" rtl="0">
              <a:defRPr sz="2000" baseline="0"/>
            </a:lvl8pPr>
            <a:lvl9pPr algn="l" rtl="0">
              <a:defRPr sz="2000" baseline="0"/>
            </a:lvl9pPr>
          </a:lstStyle>
          <a:p>
            <a:pPr lvl="0" rtl="0"/>
            <a:r>
              <a:rPr lang="en-US"/>
              <a:t>Click to edit Master text styles</a:t>
            </a:r>
          </a:p>
          <a:p>
            <a:pPr lvl="1" rtl="0"/>
            <a:r>
              <a:rPr lang="en-US"/>
              <a:t>Second level</a:t>
            </a:r>
          </a:p>
          <a:p>
            <a:pPr lvl="2" rtl="0"/>
            <a:r>
              <a:rPr lang="en-US"/>
              <a:t>Third level</a:t>
            </a:r>
          </a:p>
          <a:p>
            <a:pPr lvl="3" rtl="0"/>
            <a:r>
              <a:rPr lang="en-US"/>
              <a:t>Fourth level</a:t>
            </a:r>
          </a:p>
          <a:p>
            <a:pPr lvl="4" rtl="0"/>
            <a:r>
              <a:rPr lang="en-US"/>
              <a:t>Fifth level</a:t>
            </a:r>
            <a:endParaRPr lang="fr-FR" dirty="0"/>
          </a:p>
        </p:txBody>
      </p:sp>
      <p:sp>
        <p:nvSpPr>
          <p:cNvPr id="5" name="Espace réservé du texte 4"/>
          <p:cNvSpPr>
            <a:spLocks noGrp="1"/>
          </p:cNvSpPr>
          <p:nvPr>
            <p:ph type="body" sz="quarter" idx="3"/>
          </p:nvPr>
        </p:nvSpPr>
        <p:spPr>
          <a:xfrm>
            <a:off x="6496644" y="1701800"/>
            <a:ext cx="5082740" cy="914400"/>
          </a:xfrm>
        </p:spPr>
        <p:txBody>
          <a:bodyPr rtlCol="0" anchor="b">
            <a:normAutofit/>
          </a:bodyPr>
          <a:lstStyle>
            <a:lvl1pPr marL="0" indent="0" algn="l" rtl="0">
              <a:spcBef>
                <a:spcPts val="0"/>
              </a:spcBef>
              <a:buNone/>
              <a:defRPr sz="2800" b="0" cap="all" spc="200" baseline="0">
                <a:solidFill>
                  <a:schemeClr val="accent1"/>
                </a:solidFill>
              </a:defRPr>
            </a:lvl1pPr>
            <a:lvl2pPr marL="609493" indent="0" algn="l" rtl="0">
              <a:buNone/>
              <a:defRPr sz="2700" b="1"/>
            </a:lvl2pPr>
            <a:lvl3pPr marL="1218987" indent="0" algn="l" rtl="0">
              <a:buNone/>
              <a:defRPr sz="2400" b="1"/>
            </a:lvl3pPr>
            <a:lvl4pPr marL="1828480" indent="0" algn="l" rtl="0">
              <a:buNone/>
              <a:defRPr sz="2100" b="1"/>
            </a:lvl4pPr>
            <a:lvl5pPr marL="2437973" indent="0" algn="l" rtl="0">
              <a:buNone/>
              <a:defRPr sz="2100" b="1"/>
            </a:lvl5pPr>
            <a:lvl6pPr marL="3047467" indent="0" algn="l" rtl="0">
              <a:buNone/>
              <a:defRPr sz="2100" b="1"/>
            </a:lvl6pPr>
            <a:lvl7pPr marL="3656960" indent="0" algn="l" rtl="0">
              <a:buNone/>
              <a:defRPr sz="2100" b="1"/>
            </a:lvl7pPr>
            <a:lvl8pPr marL="4266453" indent="0" algn="l" rtl="0">
              <a:buNone/>
              <a:defRPr sz="2100" b="1"/>
            </a:lvl8pPr>
            <a:lvl9pPr marL="4875947" indent="0" algn="l" rtl="0">
              <a:buNone/>
              <a:defRPr sz="2100" b="1"/>
            </a:lvl9pPr>
          </a:lstStyle>
          <a:p>
            <a:pPr lvl="0" rtl="0"/>
            <a:r>
              <a:rPr lang="en-US"/>
              <a:t>Click to edit Master text styles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500707" y="2717800"/>
            <a:ext cx="5078677" cy="3454400"/>
          </a:xfrm>
        </p:spPr>
        <p:txBody>
          <a:bodyPr rtlCol="0">
            <a:noAutofit/>
          </a:bodyPr>
          <a:lstStyle>
            <a:lvl1pPr algn="l" rtl="0">
              <a:defRPr sz="2800"/>
            </a:lvl1pPr>
            <a:lvl2pPr algn="l" rtl="0">
              <a:defRPr sz="2400"/>
            </a:lvl2pPr>
            <a:lvl3pPr algn="l" rtl="0">
              <a:defRPr sz="2000"/>
            </a:lvl3pPr>
            <a:lvl4pPr algn="l" rtl="0">
              <a:defRPr sz="2000"/>
            </a:lvl4pPr>
            <a:lvl5pPr algn="l" rtl="0">
              <a:defRPr sz="2000"/>
            </a:lvl5pPr>
            <a:lvl6pPr algn="l" rtl="0">
              <a:defRPr sz="2000" baseline="0"/>
            </a:lvl6pPr>
            <a:lvl7pPr algn="l" rtl="0">
              <a:defRPr sz="2000" baseline="0"/>
            </a:lvl7pPr>
            <a:lvl8pPr algn="l" rtl="0">
              <a:defRPr sz="2000" baseline="0"/>
            </a:lvl8pPr>
            <a:lvl9pPr algn="l" rtl="0">
              <a:defRPr sz="2000" baseline="0"/>
            </a:lvl9pPr>
          </a:lstStyle>
          <a:p>
            <a:pPr lvl="0" rtl="0"/>
            <a:r>
              <a:rPr lang="en-US"/>
              <a:t>Click to edit Master text styles</a:t>
            </a:r>
          </a:p>
          <a:p>
            <a:pPr lvl="1" rtl="0"/>
            <a:r>
              <a:rPr lang="en-US"/>
              <a:t>Second level</a:t>
            </a:r>
          </a:p>
          <a:p>
            <a:pPr lvl="2" rtl="0"/>
            <a:r>
              <a:rPr lang="en-US"/>
              <a:t>Third level</a:t>
            </a:r>
          </a:p>
          <a:p>
            <a:pPr lvl="3" rtl="0"/>
            <a:r>
              <a:rPr lang="en-US"/>
              <a:t>Fourth level</a:t>
            </a:r>
          </a:p>
          <a:p>
            <a:pPr lvl="4" rtl="0"/>
            <a:r>
              <a:rPr lang="en-US"/>
              <a:t>Fifth level</a:t>
            </a:r>
            <a:endParaRPr lang="fr-FR" dirty="0"/>
          </a:p>
        </p:txBody>
      </p:sp>
      <p:sp>
        <p:nvSpPr>
          <p:cNvPr id="7" name="Espace réservé de la date 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fld id="{10F8D90C-592A-4BB3-869D-943E473FE966}" type="datetime1">
              <a:rPr lang="fr-FR" smtClean="0"/>
              <a:t>01/05/2025</a:t>
            </a:fld>
            <a:endParaRPr lang="fr-FR" dirty="0"/>
          </a:p>
        </p:txBody>
      </p:sp>
      <p:sp>
        <p:nvSpPr>
          <p:cNvPr id="8" name="Espace réservé du pied de page 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dirty="0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algn="r"/>
            <a:fld id="{C014DD1E-5D91-48A3-AD6D-45FBA980D106}" type="slidenum">
              <a:rPr lang="fr-FR" smtClean="0"/>
              <a:pPr algn="r"/>
              <a:t>‹#›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5953819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uniqu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n-US"/>
              <a:t>Click to edit Master title style</a:t>
            </a:r>
            <a:endParaRPr lang="fr-FR" dirty="0"/>
          </a:p>
        </p:txBody>
      </p:sp>
      <p:sp>
        <p:nvSpPr>
          <p:cNvPr id="3" name="Espace réservé de la date 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fld id="{D6F639DD-CC71-40D6-8955-FCCBF169A9ED}" type="datetime1">
              <a:rPr lang="fr-FR" smtClean="0"/>
              <a:t>01/05/2025</a:t>
            </a:fld>
            <a:endParaRPr lang="fr-FR" dirty="0"/>
          </a:p>
        </p:txBody>
      </p:sp>
      <p:sp>
        <p:nvSpPr>
          <p:cNvPr id="4" name="Espace réservé du pied de page 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dirty="0"/>
          </a:p>
        </p:txBody>
      </p:sp>
      <p:sp>
        <p:nvSpPr>
          <p:cNvPr id="5" name="Espace réservé du numéro de diapositive 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algn="r"/>
            <a:fld id="{C014DD1E-5D91-48A3-AD6D-45FBA980D106}" type="slidenum">
              <a:rPr lang="fr-FR" smtClean="0"/>
              <a:pPr algn="r"/>
              <a:t>‹#›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5152291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 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fld id="{5323D875-6F7C-483B-BF0E-1653BA82CB4B}" type="datetime1">
              <a:rPr lang="fr-FR" smtClean="0"/>
              <a:t>01/05/2025</a:t>
            </a:fld>
            <a:endParaRPr lang="fr-FR" dirty="0"/>
          </a:p>
        </p:txBody>
      </p:sp>
      <p:sp>
        <p:nvSpPr>
          <p:cNvPr id="3" name="Espace réservé du pied de page 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algn="r"/>
            <a:fld id="{C014DD1E-5D91-48A3-AD6D-45FBA980D106}" type="slidenum">
              <a:rPr lang="fr-FR" smtClean="0"/>
              <a:pPr algn="r"/>
              <a:t>‹#›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1724785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218882" y="1701800"/>
            <a:ext cx="4062942" cy="2438400"/>
          </a:xfrm>
        </p:spPr>
        <p:txBody>
          <a:bodyPr rtlCol="0" anchor="b">
            <a:normAutofit/>
          </a:bodyPr>
          <a:lstStyle>
            <a:lvl1pPr algn="l" rtl="0">
              <a:defRPr sz="2800" b="0" cap="all" spc="200" baseline="0">
                <a:solidFill>
                  <a:schemeClr val="accent1"/>
                </a:solidFill>
              </a:defRPr>
            </a:lvl1pPr>
          </a:lstStyle>
          <a:p>
            <a:pPr rtl="0"/>
            <a:r>
              <a:rPr lang="en-US"/>
              <a:t>Click to edit Master title style</a:t>
            </a:r>
            <a:endParaRPr lang="fr-FR" dirty="0"/>
          </a:p>
        </p:txBody>
      </p:sp>
      <p:sp>
        <p:nvSpPr>
          <p:cNvPr id="4" name="Espace réservé du texte 3"/>
          <p:cNvSpPr>
            <a:spLocks noGrp="1"/>
          </p:cNvSpPr>
          <p:nvPr>
            <p:ph type="body" sz="half" idx="2"/>
          </p:nvPr>
        </p:nvSpPr>
        <p:spPr>
          <a:xfrm>
            <a:off x="1218882" y="4241800"/>
            <a:ext cx="4062942" cy="1930400"/>
          </a:xfrm>
        </p:spPr>
        <p:txBody>
          <a:bodyPr rtlCol="0">
            <a:normAutofit/>
          </a:bodyPr>
          <a:lstStyle>
            <a:lvl1pPr marL="0" indent="0" algn="l" rtl="0">
              <a:buNone/>
              <a:defRPr sz="2000"/>
            </a:lvl1pPr>
            <a:lvl2pPr marL="609493" indent="0" algn="l" rtl="0">
              <a:buNone/>
              <a:defRPr sz="1600"/>
            </a:lvl2pPr>
            <a:lvl3pPr marL="1218987" indent="0" algn="l" rtl="0">
              <a:buNone/>
              <a:defRPr sz="1300"/>
            </a:lvl3pPr>
            <a:lvl4pPr marL="1828480" indent="0" algn="l" rtl="0">
              <a:buNone/>
              <a:defRPr sz="1200"/>
            </a:lvl4pPr>
            <a:lvl5pPr marL="2437973" indent="0" algn="l" rtl="0">
              <a:buNone/>
              <a:defRPr sz="1200"/>
            </a:lvl5pPr>
            <a:lvl6pPr marL="3047467" indent="0" algn="l" rtl="0">
              <a:buNone/>
              <a:defRPr sz="1200"/>
            </a:lvl6pPr>
            <a:lvl7pPr marL="3656960" indent="0" algn="l" rtl="0">
              <a:buNone/>
              <a:defRPr sz="1200"/>
            </a:lvl7pPr>
            <a:lvl8pPr marL="4266453" indent="0" algn="l" rtl="0">
              <a:buNone/>
              <a:defRPr sz="1200"/>
            </a:lvl8pPr>
            <a:lvl9pPr marL="4875947" indent="0" algn="l" rtl="0">
              <a:buNone/>
              <a:defRPr sz="1200"/>
            </a:lvl9pPr>
          </a:lstStyle>
          <a:p>
            <a:pPr lvl="0" rtl="0"/>
            <a:r>
              <a:rPr lang="en-US"/>
              <a:t>Click to edit Master text styles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484971" y="584200"/>
            <a:ext cx="6094413" cy="5588000"/>
          </a:xfrm>
        </p:spPr>
        <p:txBody>
          <a:bodyPr rtlCol="0">
            <a:normAutofit/>
          </a:bodyPr>
          <a:lstStyle>
            <a:lvl1pPr algn="l" rtl="0">
              <a:defRPr sz="2800"/>
            </a:lvl1pPr>
            <a:lvl2pPr algn="l" rtl="0">
              <a:defRPr sz="2400"/>
            </a:lvl2pPr>
            <a:lvl3pPr algn="l" rtl="0">
              <a:defRPr sz="2000"/>
            </a:lvl3pPr>
            <a:lvl4pPr algn="l" rtl="0">
              <a:defRPr sz="2000"/>
            </a:lvl4pPr>
            <a:lvl5pPr algn="l" rtl="0">
              <a:defRPr sz="2000"/>
            </a:lvl5pPr>
            <a:lvl6pPr algn="l" rtl="0">
              <a:defRPr sz="2000"/>
            </a:lvl6pPr>
            <a:lvl7pPr algn="l" rtl="0">
              <a:defRPr sz="2000"/>
            </a:lvl7pPr>
            <a:lvl8pPr algn="l" rtl="0">
              <a:defRPr sz="2000" baseline="0"/>
            </a:lvl8pPr>
            <a:lvl9pPr algn="l" rtl="0">
              <a:defRPr sz="2000" baseline="0"/>
            </a:lvl9pPr>
          </a:lstStyle>
          <a:p>
            <a:pPr lvl="0" rtl="0"/>
            <a:r>
              <a:rPr lang="en-US"/>
              <a:t>Click to edit Master text styles</a:t>
            </a:r>
          </a:p>
          <a:p>
            <a:pPr lvl="1" rtl="0"/>
            <a:r>
              <a:rPr lang="en-US"/>
              <a:t>Second level</a:t>
            </a:r>
          </a:p>
          <a:p>
            <a:pPr lvl="2" rtl="0"/>
            <a:r>
              <a:rPr lang="en-US"/>
              <a:t>Third level</a:t>
            </a:r>
          </a:p>
          <a:p>
            <a:pPr lvl="3" rtl="0"/>
            <a:r>
              <a:rPr lang="en-US"/>
              <a:t>Fourth level</a:t>
            </a:r>
          </a:p>
          <a:p>
            <a:pPr lvl="4" rtl="0"/>
            <a:r>
              <a:rPr lang="en-US"/>
              <a:t>Fifth level</a:t>
            </a:r>
            <a:endParaRPr lang="fr-FR" dirty="0"/>
          </a:p>
        </p:txBody>
      </p:sp>
      <p:sp>
        <p:nvSpPr>
          <p:cNvPr id="5" name="Espace réservé de la date 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fld id="{EE084598-F858-4552-A076-315DD4B147D7}" type="datetime1">
              <a:rPr lang="fr-FR" smtClean="0"/>
              <a:t>01/05/2025</a:t>
            </a:fld>
            <a:endParaRPr lang="fr-FR" dirty="0"/>
          </a:p>
        </p:txBody>
      </p:sp>
      <p:sp>
        <p:nvSpPr>
          <p:cNvPr id="6" name="Espace réservé du pied de page 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dirty="0"/>
          </a:p>
        </p:txBody>
      </p:sp>
      <p:sp>
        <p:nvSpPr>
          <p:cNvPr id="7" name="Espace réservé du numéro de diapositive 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algn="r"/>
            <a:fld id="{C014DD1E-5D91-48A3-AD6D-45FBA980D106}" type="slidenum">
              <a:rPr lang="fr-FR" smtClean="0"/>
              <a:pPr algn="r"/>
              <a:t>‹#›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6181393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 1"/>
          <p:cNvSpPr>
            <a:spLocks noGrp="1"/>
          </p:cNvSpPr>
          <p:nvPr>
            <p:ph type="title"/>
          </p:nvPr>
        </p:nvSpPr>
        <p:spPr>
          <a:xfrm>
            <a:off x="1218882" y="1701800"/>
            <a:ext cx="4062942" cy="2438400"/>
          </a:xfrm>
        </p:spPr>
        <p:txBody>
          <a:bodyPr rtlCol="0" anchor="b">
            <a:normAutofit/>
          </a:bodyPr>
          <a:lstStyle>
            <a:lvl1pPr algn="l" rtl="0">
              <a:defRPr sz="2800" b="0" cap="all" spc="200" baseline="0">
                <a:solidFill>
                  <a:schemeClr val="accent1"/>
                </a:solidFill>
              </a:defRPr>
            </a:lvl1pPr>
          </a:lstStyle>
          <a:p>
            <a:pPr rtl="0"/>
            <a:r>
              <a:rPr lang="en-US"/>
              <a:t>Click to edit Master title style</a:t>
            </a:r>
            <a:endParaRPr lang="fr-FR" dirty="0"/>
          </a:p>
        </p:txBody>
      </p:sp>
      <p:sp>
        <p:nvSpPr>
          <p:cNvPr id="4" name="Espace réservé du texte 3"/>
          <p:cNvSpPr>
            <a:spLocks noGrp="1"/>
          </p:cNvSpPr>
          <p:nvPr>
            <p:ph type="body" sz="half" idx="2"/>
          </p:nvPr>
        </p:nvSpPr>
        <p:spPr>
          <a:xfrm>
            <a:off x="1218882" y="4241800"/>
            <a:ext cx="4062942" cy="1930400"/>
          </a:xfrm>
        </p:spPr>
        <p:txBody>
          <a:bodyPr rtlCol="0">
            <a:normAutofit/>
          </a:bodyPr>
          <a:lstStyle>
            <a:lvl1pPr marL="0" indent="0" algn="l" rtl="0">
              <a:buNone/>
              <a:defRPr sz="2000"/>
            </a:lvl1pPr>
            <a:lvl2pPr marL="609493" indent="0" algn="l" rtl="0">
              <a:buNone/>
              <a:defRPr sz="1600"/>
            </a:lvl2pPr>
            <a:lvl3pPr marL="1218987" indent="0" algn="l" rtl="0">
              <a:buNone/>
              <a:defRPr sz="1300"/>
            </a:lvl3pPr>
            <a:lvl4pPr marL="1828480" indent="0" algn="l" rtl="0">
              <a:buNone/>
              <a:defRPr sz="1200"/>
            </a:lvl4pPr>
            <a:lvl5pPr marL="2437973" indent="0" algn="l" rtl="0">
              <a:buNone/>
              <a:defRPr sz="1200"/>
            </a:lvl5pPr>
            <a:lvl6pPr marL="3047467" indent="0" algn="l" rtl="0">
              <a:buNone/>
              <a:defRPr sz="1200"/>
            </a:lvl6pPr>
            <a:lvl7pPr marL="3656960" indent="0" algn="l" rtl="0">
              <a:buNone/>
              <a:defRPr sz="1200"/>
            </a:lvl7pPr>
            <a:lvl8pPr marL="4266453" indent="0" algn="l" rtl="0">
              <a:buNone/>
              <a:defRPr sz="1200"/>
            </a:lvl8pPr>
            <a:lvl9pPr marL="4875947" indent="0" algn="l" rtl="0">
              <a:buNone/>
              <a:defRPr sz="1200"/>
            </a:lvl9pPr>
          </a:lstStyle>
          <a:p>
            <a:pPr lvl="0" rtl="0"/>
            <a:r>
              <a:rPr lang="en-US"/>
              <a:t>Click to edit Master text styles</a:t>
            </a:r>
          </a:p>
        </p:txBody>
      </p:sp>
      <p:sp>
        <p:nvSpPr>
          <p:cNvPr id="3" name="Espace réservé d’image 2" descr="Espace réservé vide pour ajouter une image. Cliquez sur l’espace réservé et sélectionnez l’image à ajouter."/>
          <p:cNvSpPr>
            <a:spLocks noGrp="1"/>
          </p:cNvSpPr>
          <p:nvPr>
            <p:ph type="pic" idx="1"/>
          </p:nvPr>
        </p:nvSpPr>
        <p:spPr>
          <a:xfrm>
            <a:off x="5484971" y="584200"/>
            <a:ext cx="6094413" cy="5588000"/>
          </a:xfrm>
          <a:ln w="12700">
            <a:solidFill>
              <a:schemeClr val="bg1">
                <a:lumMod val="75000"/>
                <a:lumOff val="25000"/>
              </a:schemeClr>
            </a:solidFill>
            <a:miter lim="800000"/>
          </a:ln>
        </p:spPr>
        <p:txBody>
          <a:bodyPr rtlCol="0">
            <a:normAutofit/>
          </a:bodyPr>
          <a:lstStyle>
            <a:lvl1pPr marL="0" indent="0" algn="l" rtl="0">
              <a:buNone/>
              <a:defRPr sz="2800"/>
            </a:lvl1pPr>
            <a:lvl2pPr marL="609493" indent="0" algn="l" rtl="0">
              <a:buNone/>
              <a:defRPr sz="3700"/>
            </a:lvl2pPr>
            <a:lvl3pPr marL="1218987" indent="0" algn="l" rtl="0">
              <a:buNone/>
              <a:defRPr sz="3200"/>
            </a:lvl3pPr>
            <a:lvl4pPr marL="1828480" indent="0" algn="l" rtl="0">
              <a:buNone/>
              <a:defRPr sz="2700"/>
            </a:lvl4pPr>
            <a:lvl5pPr marL="2437973" indent="0" algn="l" rtl="0">
              <a:buNone/>
              <a:defRPr sz="2700"/>
            </a:lvl5pPr>
            <a:lvl6pPr marL="3047467" indent="0" algn="l" rtl="0">
              <a:buNone/>
              <a:defRPr sz="2700"/>
            </a:lvl6pPr>
            <a:lvl7pPr marL="3656960" indent="0" algn="l" rtl="0">
              <a:buNone/>
              <a:defRPr sz="2700"/>
            </a:lvl7pPr>
            <a:lvl8pPr marL="4266453" indent="0" algn="l" rtl="0">
              <a:buNone/>
              <a:defRPr sz="2700"/>
            </a:lvl8pPr>
            <a:lvl9pPr marL="4875947" indent="0" algn="l" rtl="0">
              <a:buNone/>
              <a:defRPr sz="2700"/>
            </a:lvl9pPr>
          </a:lstStyle>
          <a:p>
            <a:pPr rtl="0"/>
            <a:r>
              <a:rPr lang="en-US"/>
              <a:t>Click icon to add picture</a:t>
            </a:r>
            <a:endParaRPr lang="fr-FR" dirty="0"/>
          </a:p>
        </p:txBody>
      </p:sp>
      <p:sp>
        <p:nvSpPr>
          <p:cNvPr id="5" name="Espace réservé de la date 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fld id="{894F228E-727C-4D01-A256-B7DDCE3C73B8}" type="datetime1">
              <a:rPr lang="fr-FR" smtClean="0"/>
              <a:t>01/05/2025</a:t>
            </a:fld>
            <a:endParaRPr lang="fr-FR" dirty="0"/>
          </a:p>
        </p:txBody>
      </p:sp>
      <p:sp>
        <p:nvSpPr>
          <p:cNvPr id="6" name="Espace réservé du pied de page 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dirty="0"/>
          </a:p>
        </p:txBody>
      </p:sp>
      <p:sp>
        <p:nvSpPr>
          <p:cNvPr id="7" name="Espace réservé du numéro de diapositive 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algn="r"/>
            <a:fld id="{C014DD1E-5D91-48A3-AD6D-45FBA980D106}" type="slidenum">
              <a:rPr lang="fr-FR" smtClean="0"/>
              <a:pPr algn="r"/>
              <a:t>‹#›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2234316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n-US"/>
              <a:t>Click to edit Master title style</a:t>
            </a:r>
            <a:endParaRPr lang="fr-FR" dirty="0"/>
          </a:p>
        </p:txBody>
      </p:sp>
      <p:sp>
        <p:nvSpPr>
          <p:cNvPr id="3" name="Espace réservé du texte vertical 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>
            <a:lvl5pPr algn="l" rtl="0">
              <a:defRPr/>
            </a:lvl5pPr>
            <a:lvl6pPr algn="l" rtl="0">
              <a:defRPr/>
            </a:lvl6pPr>
            <a:lvl7pPr algn="l" rtl="0">
              <a:defRPr/>
            </a:lvl7pPr>
            <a:lvl8pPr algn="l" rtl="0">
              <a:defRPr baseline="0"/>
            </a:lvl8pPr>
            <a:lvl9pPr algn="l" rtl="0">
              <a:defRPr baseline="0"/>
            </a:lvl9pPr>
          </a:lstStyle>
          <a:p>
            <a:pPr lvl="0" rtl="0"/>
            <a:r>
              <a:rPr lang="en-US"/>
              <a:t>Click to edit Master text styles</a:t>
            </a:r>
          </a:p>
          <a:p>
            <a:pPr lvl="1" rtl="0"/>
            <a:r>
              <a:rPr lang="en-US"/>
              <a:t>Second level</a:t>
            </a:r>
          </a:p>
          <a:p>
            <a:pPr lvl="2" rtl="0"/>
            <a:r>
              <a:rPr lang="en-US"/>
              <a:t>Third level</a:t>
            </a:r>
          </a:p>
          <a:p>
            <a:pPr lvl="3" rtl="0"/>
            <a:r>
              <a:rPr lang="en-US"/>
              <a:t>Fourth level</a:t>
            </a:r>
          </a:p>
          <a:p>
            <a:pPr lvl="4" rtl="0"/>
            <a:r>
              <a:rPr lang="en-US"/>
              <a:t>Fifth level</a:t>
            </a:r>
            <a:endParaRPr lang="fr-FR" dirty="0"/>
          </a:p>
        </p:txBody>
      </p:sp>
      <p:sp>
        <p:nvSpPr>
          <p:cNvPr id="4" name="Espace réservé de la date 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fld id="{5C7676E2-973F-4113-AEBA-F1FEDA77C192}" type="datetime1">
              <a:rPr lang="fr-FR" smtClean="0"/>
              <a:t>01/05/2025</a:t>
            </a:fld>
            <a:endParaRPr lang="fr-FR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dirty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algn="r"/>
            <a:fld id="{C014DD1E-5D91-48A3-AD6D-45FBA980D106}" type="slidenum">
              <a:rPr lang="fr-FR" smtClean="0"/>
              <a:pPr algn="r"/>
              <a:t>‹#›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9966751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 1"/>
          <p:cNvSpPr>
            <a:spLocks noGrp="1"/>
          </p:cNvSpPr>
          <p:nvPr>
            <p:ph type="title" orient="vert"/>
          </p:nvPr>
        </p:nvSpPr>
        <p:spPr>
          <a:xfrm>
            <a:off x="8836898" y="584200"/>
            <a:ext cx="2742486" cy="5588000"/>
          </a:xfrm>
        </p:spPr>
        <p:txBody>
          <a:bodyPr vert="eaVert" rtlCol="0"/>
          <a:lstStyle/>
          <a:p>
            <a:pPr rtl="0"/>
            <a:r>
              <a:rPr lang="en-US"/>
              <a:t>Click to edit Master title style</a:t>
            </a:r>
            <a:endParaRPr lang="fr-FR" dirty="0"/>
          </a:p>
        </p:txBody>
      </p:sp>
      <p:sp>
        <p:nvSpPr>
          <p:cNvPr id="3" name="Espace réservé du texte vertical 2"/>
          <p:cNvSpPr>
            <a:spLocks noGrp="1"/>
          </p:cNvSpPr>
          <p:nvPr>
            <p:ph type="body" orient="vert" idx="1"/>
          </p:nvPr>
        </p:nvSpPr>
        <p:spPr>
          <a:xfrm>
            <a:off x="1218882" y="584200"/>
            <a:ext cx="7414869" cy="5588000"/>
          </a:xfrm>
        </p:spPr>
        <p:txBody>
          <a:bodyPr vert="eaVert" rtlCol="0"/>
          <a:lstStyle>
            <a:lvl5pPr algn="l" rtl="0">
              <a:defRPr/>
            </a:lvl5pPr>
            <a:lvl6pPr algn="l" rtl="0">
              <a:defRPr/>
            </a:lvl6pPr>
            <a:lvl7pPr algn="l" rtl="0">
              <a:defRPr/>
            </a:lvl7pPr>
            <a:lvl8pPr algn="l" rtl="0">
              <a:defRPr/>
            </a:lvl8pPr>
            <a:lvl9pPr algn="l" rtl="0">
              <a:defRPr/>
            </a:lvl9pPr>
          </a:lstStyle>
          <a:p>
            <a:pPr lvl="0" rtl="0"/>
            <a:r>
              <a:rPr lang="en-US"/>
              <a:t>Click to edit Master text styles</a:t>
            </a:r>
          </a:p>
          <a:p>
            <a:pPr lvl="1" rtl="0"/>
            <a:r>
              <a:rPr lang="en-US"/>
              <a:t>Second level</a:t>
            </a:r>
          </a:p>
          <a:p>
            <a:pPr lvl="2" rtl="0"/>
            <a:r>
              <a:rPr lang="en-US"/>
              <a:t>Third level</a:t>
            </a:r>
          </a:p>
          <a:p>
            <a:pPr lvl="3" rtl="0"/>
            <a:r>
              <a:rPr lang="en-US"/>
              <a:t>Fourth level</a:t>
            </a:r>
          </a:p>
          <a:p>
            <a:pPr lvl="4" rtl="0"/>
            <a:r>
              <a:rPr lang="en-US"/>
              <a:t>Fifth level</a:t>
            </a:r>
            <a:endParaRPr lang="fr-FR" dirty="0"/>
          </a:p>
        </p:txBody>
      </p:sp>
      <p:sp>
        <p:nvSpPr>
          <p:cNvPr id="4" name="Espace réservé de la date 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fld id="{7FA23D85-784A-4D25-8A51-8A618AADDEDC}" type="datetime1">
              <a:rPr lang="fr-FR" smtClean="0"/>
              <a:t>01/05/2025</a:t>
            </a:fld>
            <a:endParaRPr lang="fr-FR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dirty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algn="r"/>
            <a:fld id="{C014DD1E-5D91-48A3-AD6D-45FBA980D106}" type="slidenum">
              <a:rPr lang="fr-FR" smtClean="0"/>
              <a:pPr algn="r"/>
              <a:t>‹#›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5958864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>
                <a:tint val="100000"/>
                <a:shade val="0"/>
                <a:satMod val="100000"/>
              </a:schemeClr>
            </a:gs>
            <a:gs pos="85000">
              <a:schemeClr val="bg2">
                <a:tint val="100000"/>
                <a:shade val="30000"/>
                <a:satMod val="100000"/>
              </a:schemeClr>
            </a:gs>
            <a:gs pos="100000">
              <a:schemeClr val="bg2">
                <a:shade val="60000"/>
                <a:satMod val="100000"/>
              </a:schemeClr>
            </a:gs>
          </a:gsLst>
          <a:lin ang="360000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lignes de gauche"/>
          <p:cNvGrpSpPr/>
          <p:nvPr/>
        </p:nvGrpSpPr>
        <p:grpSpPr>
          <a:xfrm>
            <a:off x="-15870" y="-3174"/>
            <a:ext cx="819993" cy="5229225"/>
            <a:chOff x="-11906" y="-2381"/>
            <a:chExt cx="615155" cy="3921919"/>
          </a:xfrm>
        </p:grpSpPr>
        <p:sp>
          <p:nvSpPr>
            <p:cNvPr id="10" name="Forme libre 9"/>
            <p:cNvSpPr/>
            <p:nvPr/>
          </p:nvSpPr>
          <p:spPr>
            <a:xfrm>
              <a:off x="-9526" y="0"/>
              <a:ext cx="612775" cy="3919538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12775" h="3919538">
                  <a:moveTo>
                    <a:pt x="0" y="3919538"/>
                  </a:moveTo>
                  <a:lnTo>
                    <a:pt x="612775" y="2984500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dirty="0"/>
            </a:p>
          </p:txBody>
        </p:sp>
        <p:sp>
          <p:nvSpPr>
            <p:cNvPr id="11" name="Forme libre 10"/>
            <p:cNvSpPr/>
            <p:nvPr/>
          </p:nvSpPr>
          <p:spPr>
            <a:xfrm>
              <a:off x="-11906" y="0"/>
              <a:ext cx="410751" cy="3421856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202024 w 612775"/>
                <a:gd name="connsiteY1" fmla="*/ 3607676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10751 w 410751"/>
                <a:gd name="connsiteY2" fmla="*/ 0 h 3607676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09575 w 410751"/>
                <a:gd name="connsiteY2" fmla="*/ 185820 h 3607676"/>
                <a:gd name="connsiteX3" fmla="*/ 410751 w 410751"/>
                <a:gd name="connsiteY3" fmla="*/ 0 h 3607676"/>
                <a:gd name="connsiteX0" fmla="*/ 0 w 410751"/>
                <a:gd name="connsiteY0" fmla="*/ 3421856 h 3421856"/>
                <a:gd name="connsiteX1" fmla="*/ 410751 w 410751"/>
                <a:gd name="connsiteY1" fmla="*/ 2798680 h 3421856"/>
                <a:gd name="connsiteX2" fmla="*/ 409575 w 410751"/>
                <a:gd name="connsiteY2" fmla="*/ 0 h 34218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0751" h="3421856">
                  <a:moveTo>
                    <a:pt x="0" y="3421856"/>
                  </a:moveTo>
                  <a:lnTo>
                    <a:pt x="410751" y="2798680"/>
                  </a:lnTo>
                  <a:lnTo>
                    <a:pt x="409575" y="0"/>
                  </a:lnTo>
                </a:path>
              </a:pathLst>
            </a:cu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dirty="0"/>
            </a:p>
          </p:txBody>
        </p:sp>
        <p:sp>
          <p:nvSpPr>
            <p:cNvPr id="14" name="Forme libre 13"/>
            <p:cNvSpPr/>
            <p:nvPr/>
          </p:nvSpPr>
          <p:spPr>
            <a:xfrm>
              <a:off x="-7144" y="-2381"/>
              <a:ext cx="238919" cy="2976561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373856 w 612775"/>
                <a:gd name="connsiteY1" fmla="*/ 3344891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919 w 238919"/>
                <a:gd name="connsiteY2" fmla="*/ 0 h 3344891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125 w 238919"/>
                <a:gd name="connsiteY2" fmla="*/ 368330 h 3344891"/>
                <a:gd name="connsiteX3" fmla="*/ 238919 w 238919"/>
                <a:gd name="connsiteY3" fmla="*/ 0 h 3344891"/>
                <a:gd name="connsiteX0" fmla="*/ 0 w 238919"/>
                <a:gd name="connsiteY0" fmla="*/ 2976561 h 2976561"/>
                <a:gd name="connsiteX1" fmla="*/ 238919 w 238919"/>
                <a:gd name="connsiteY1" fmla="*/ 2616170 h 2976561"/>
                <a:gd name="connsiteX2" fmla="*/ 238125 w 238919"/>
                <a:gd name="connsiteY2" fmla="*/ 0 h 29765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38919" h="2976561">
                  <a:moveTo>
                    <a:pt x="0" y="2976561"/>
                  </a:moveTo>
                  <a:lnTo>
                    <a:pt x="238919" y="2616170"/>
                  </a:lnTo>
                  <a:cubicBezTo>
                    <a:pt x="238654" y="1744113"/>
                    <a:pt x="238390" y="872057"/>
                    <a:pt x="238125" y="0"/>
                  </a:cubicBezTo>
                </a:path>
              </a:pathLst>
            </a:cu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dirty="0"/>
            </a:p>
          </p:txBody>
        </p:sp>
      </p:grpSp>
      <p:sp>
        <p:nvSpPr>
          <p:cNvPr id="2" name="Espace réservé du titre 1"/>
          <p:cNvSpPr>
            <a:spLocks noGrp="1"/>
          </p:cNvSpPr>
          <p:nvPr>
            <p:ph type="title"/>
          </p:nvPr>
        </p:nvSpPr>
        <p:spPr>
          <a:xfrm>
            <a:off x="1218883" y="274637"/>
            <a:ext cx="10360501" cy="1223963"/>
          </a:xfrm>
          <a:prstGeom prst="rect">
            <a:avLst/>
          </a:prstGeom>
        </p:spPr>
        <p:txBody>
          <a:bodyPr vert="horz" lIns="121899" tIns="60949" rIns="121899" bIns="60949" rtlCol="0" anchor="b">
            <a:normAutofit/>
          </a:bodyPr>
          <a:lstStyle/>
          <a:p>
            <a:pPr rtl="0"/>
            <a:r>
              <a:rPr lang="fr-FR" dirty="0"/>
              <a:t>Modifiez le style du titre</a:t>
            </a:r>
          </a:p>
        </p:txBody>
      </p:sp>
      <p:sp>
        <p:nvSpPr>
          <p:cNvPr id="3" name="Espace réservé du texte 2"/>
          <p:cNvSpPr>
            <a:spLocks noGrp="1"/>
          </p:cNvSpPr>
          <p:nvPr>
            <p:ph type="body" idx="1"/>
          </p:nvPr>
        </p:nvSpPr>
        <p:spPr>
          <a:xfrm>
            <a:off x="1218883" y="1701797"/>
            <a:ext cx="10360501" cy="4462272"/>
          </a:xfrm>
          <a:prstGeom prst="rect">
            <a:avLst/>
          </a:prstGeom>
        </p:spPr>
        <p:txBody>
          <a:bodyPr vert="horz" lIns="121899" tIns="60949" rIns="121899" bIns="60949" rtlCol="0">
            <a:normAutofit/>
          </a:bodyPr>
          <a:lstStyle/>
          <a:p>
            <a:pPr lvl="0" rtl="0"/>
            <a:r>
              <a:rPr lang="fr-FR" dirty="0"/>
              <a:t>Modifiez les styles du texte du masque</a:t>
            </a:r>
          </a:p>
          <a:p>
            <a:pPr lvl="1" rtl="0"/>
            <a:r>
              <a:rPr lang="fr-FR" dirty="0"/>
              <a:t>Deuxième niveau</a:t>
            </a:r>
          </a:p>
          <a:p>
            <a:pPr lvl="2" rtl="0"/>
            <a:r>
              <a:rPr lang="fr-FR" dirty="0"/>
              <a:t>Troisième niveau</a:t>
            </a:r>
          </a:p>
          <a:p>
            <a:pPr lvl="3" rtl="0"/>
            <a:r>
              <a:rPr lang="fr-FR" dirty="0"/>
              <a:t>Quatrième niveau</a:t>
            </a:r>
          </a:p>
          <a:p>
            <a:pPr lvl="4" rtl="0"/>
            <a:r>
              <a:rPr lang="fr-FR" dirty="0"/>
              <a:t>Cinquième niveau</a:t>
            </a:r>
          </a:p>
        </p:txBody>
      </p:sp>
      <p:sp>
        <p:nvSpPr>
          <p:cNvPr id="4" name="Espace réservé de la date 3"/>
          <p:cNvSpPr>
            <a:spLocks noGrp="1"/>
          </p:cNvSpPr>
          <p:nvPr>
            <p:ph type="dt" sz="half" idx="2"/>
          </p:nvPr>
        </p:nvSpPr>
        <p:spPr>
          <a:xfrm>
            <a:off x="1218882" y="6356352"/>
            <a:ext cx="2234618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l" rtl="0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FA7D55-BD47-4D12-8CDF-622FB6DC3FC6}" type="datetime1">
              <a:rPr lang="fr-FR" smtClean="0"/>
              <a:t>01/05/2025</a:t>
            </a:fld>
            <a:endParaRPr lang="fr-FR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453501" y="6356352"/>
            <a:ext cx="5281824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ctr" rtl="0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endParaRPr lang="fr-FR" dirty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10563649" y="6356352"/>
            <a:ext cx="1015735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l" rtl="0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/>
            <a:fld id="{C014DD1E-5D91-48A3-AD6D-45FBA980D106}" type="slidenum">
              <a:rPr lang="fr-FR" smtClean="0"/>
              <a:pPr algn="r"/>
              <a:t>‹#›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39527588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/>
  <p:txStyles>
    <p:titleStyle>
      <a:lvl1pPr algn="l" defTabSz="1218987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747" indent="-304747" algn="l" defTabSz="1218987" rtl="0" eaLnBrk="1" latinLnBrk="0" hangingPunct="1">
        <a:lnSpc>
          <a:spcPct val="90000"/>
        </a:lnSpc>
        <a:spcBef>
          <a:spcPts val="1600"/>
        </a:spcBef>
        <a:buClr>
          <a:schemeClr val="accent1"/>
        </a:buClr>
        <a:buSzPct val="100000"/>
        <a:buFont typeface="Arial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40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218987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523733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828480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133227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2437973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2742720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898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48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797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46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696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45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594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3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625176" y="584200"/>
            <a:ext cx="10085860" cy="2000251"/>
          </a:xfrm>
        </p:spPr>
        <p:txBody>
          <a:bodyPr rtlCol="0">
            <a:normAutofit/>
          </a:bodyPr>
          <a:lstStyle/>
          <a:p>
            <a:pPr rtl="0"/>
            <a:r>
              <a:rPr lang="fr-FR" sz="66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Table de Mixage : </a:t>
            </a:r>
            <a:r>
              <a:rPr lang="fr-FR" sz="6600" b="1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SmartMix</a:t>
            </a:r>
            <a:endParaRPr lang="fr-FR" sz="6600" b="1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5" name="Sous-titre 4"/>
          <p:cNvSpPr>
            <a:spLocks noGrp="1"/>
          </p:cNvSpPr>
          <p:nvPr>
            <p:ph type="subTitle" idx="1"/>
          </p:nvPr>
        </p:nvSpPr>
        <p:spPr/>
        <p:txBody>
          <a:bodyPr rtlCol="0"/>
          <a:lstStyle/>
          <a:p>
            <a:pPr rtl="0"/>
            <a:r>
              <a:rPr lang="en-US" dirty="0"/>
              <a:t>S</a:t>
            </a:r>
            <a:r>
              <a:rPr lang="fr-FR" dirty="0"/>
              <a:t>AE BUT 3 GEII ESE</a:t>
            </a:r>
          </a:p>
        </p:txBody>
      </p:sp>
    </p:spTree>
    <p:extLst>
      <p:ext uri="{BB962C8B-B14F-4D97-AF65-F5344CB8AC3E}">
        <p14:creationId xmlns:p14="http://schemas.microsoft.com/office/powerpoint/2010/main" val="13322918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re 12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 rtl="0"/>
            <a:r>
              <a:rPr lang="en-GB" sz="4800" b="1" dirty="0" err="1">
                <a:solidFill>
                  <a:schemeClr val="accent1"/>
                </a:solidFill>
              </a:rPr>
              <a:t>Sommaire</a:t>
            </a:r>
            <a:r>
              <a:rPr lang="en-GB" sz="4800" b="1" dirty="0">
                <a:solidFill>
                  <a:schemeClr val="accent1"/>
                </a:solidFill>
              </a:rPr>
              <a:t> </a:t>
            </a:r>
            <a:endParaRPr lang="fr-FR" sz="4800" b="1" dirty="0">
              <a:solidFill>
                <a:schemeClr val="accent1"/>
              </a:solidFill>
            </a:endParaRPr>
          </a:p>
        </p:txBody>
      </p:sp>
      <p:sp>
        <p:nvSpPr>
          <p:cNvPr id="14" name="Espace réservé du contenu 13"/>
          <p:cNvSpPr>
            <a:spLocks noGrp="1"/>
          </p:cNvSpPr>
          <p:nvPr>
            <p:ph idx="1"/>
          </p:nvPr>
        </p:nvSpPr>
        <p:spPr/>
        <p:txBody>
          <a:bodyPr rtlCol="0">
            <a:normAutofit lnSpcReduction="10000"/>
          </a:bodyPr>
          <a:lstStyle/>
          <a:p>
            <a:pPr marL="514350" indent="-514350" rtl="0">
              <a:buFont typeface="+mj-lt"/>
              <a:buAutoNum type="arabicPeriod"/>
            </a:pPr>
            <a:r>
              <a:rPr lang="fr-FR" dirty="0"/>
              <a:t>Présentation de système 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Détails des sous-systèmes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Conception et mise en œuvre</a:t>
            </a:r>
          </a:p>
          <a:p>
            <a:pPr marL="514350" indent="-514350" rtl="0">
              <a:buFont typeface="+mj-lt"/>
              <a:buAutoNum type="arabicPeriod"/>
            </a:pPr>
            <a:r>
              <a:rPr lang="fr-FR" dirty="0"/>
              <a:t>Implantation</a:t>
            </a:r>
          </a:p>
          <a:p>
            <a:pPr marL="514350" indent="-514350" rtl="0">
              <a:buFont typeface="+mj-lt"/>
              <a:buAutoNum type="arabicPeriod"/>
            </a:pPr>
            <a:r>
              <a:rPr lang="fr-FR" dirty="0"/>
              <a:t>Vérification</a:t>
            </a:r>
          </a:p>
          <a:p>
            <a:pPr marL="514350" indent="-514350" rtl="0">
              <a:buFont typeface="+mj-lt"/>
              <a:buAutoNum type="arabicPeriod"/>
            </a:pPr>
            <a:r>
              <a:rPr lang="fr-FR" dirty="0"/>
              <a:t>Dysfonctionnements et maintenance</a:t>
            </a:r>
          </a:p>
          <a:p>
            <a:pPr marL="514350" indent="-514350" rtl="0">
              <a:buFont typeface="+mj-lt"/>
              <a:buAutoNum type="arabicPeriod"/>
            </a:pPr>
            <a:r>
              <a:rPr lang="fr-FR" dirty="0"/>
              <a:t>État actuel du système</a:t>
            </a:r>
          </a:p>
          <a:p>
            <a:pPr marL="514350" indent="-514350" rtl="0">
              <a:buFont typeface="+mj-lt"/>
              <a:buAutoNum type="arabicPeriod"/>
            </a:pPr>
            <a:r>
              <a:rPr lang="fr-FR" dirty="0"/>
              <a:t>Conclusion et pistes d'amélioration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775941C-2B69-1A23-7061-1F559602D1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3A024A-424E-49EA-8738-237516D3E722}" type="datetime1">
              <a:rPr lang="fr-FR" smtClean="0"/>
              <a:t>01/05/2025</a:t>
            </a:fld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576F2E-6CB6-A315-AC18-EB241BD3F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C014DD1E-5D91-48A3-AD6D-45FBA980D106}" type="slidenum">
              <a:rPr lang="fr-FR" sz="2000" smtClean="0"/>
              <a:pPr algn="r"/>
              <a:t>2</a:t>
            </a:fld>
            <a:endParaRPr lang="fr-FR" sz="2000" dirty="0"/>
          </a:p>
        </p:txBody>
      </p:sp>
    </p:spTree>
    <p:extLst>
      <p:ext uri="{BB962C8B-B14F-4D97-AF65-F5344CB8AC3E}">
        <p14:creationId xmlns:p14="http://schemas.microsoft.com/office/powerpoint/2010/main" val="35291143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5538D4-4A98-2254-121C-27E5678ECF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161" y="-104109"/>
            <a:ext cx="10360501" cy="1223963"/>
          </a:xfrm>
        </p:spPr>
        <p:txBody>
          <a:bodyPr>
            <a:normAutofit/>
          </a:bodyPr>
          <a:lstStyle/>
          <a:p>
            <a:r>
              <a:rPr lang="fr-FR" sz="4400" b="1" dirty="0">
                <a:solidFill>
                  <a:schemeClr val="accent1"/>
                </a:solidFill>
              </a:rPr>
              <a:t>Présentation de système </a:t>
            </a:r>
            <a:endParaRPr lang="fr-FR" sz="4400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9F95B37-8425-87D6-FB3B-00BFB159FD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F8D90C-592A-4BB3-869D-943E473FE966}" type="datetime1">
              <a:rPr lang="fr-FR" smtClean="0"/>
              <a:t>01/05/2025</a:t>
            </a:fld>
            <a:endParaRPr lang="fr-FR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7388A81-9B5E-EB69-C302-5D49A20479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C014DD1E-5D91-48A3-AD6D-45FBA980D106}" type="slidenum">
              <a:rPr lang="fr-FR" sz="2000" smtClean="0"/>
              <a:pPr algn="r"/>
              <a:t>3</a:t>
            </a:fld>
            <a:endParaRPr lang="fr-FR" sz="2000" dirty="0"/>
          </a:p>
        </p:txBody>
      </p:sp>
      <p:sp>
        <p:nvSpPr>
          <p:cNvPr id="9" name="Espace réservé du contenu 2">
            <a:extLst>
              <a:ext uri="{FF2B5EF4-FFF2-40B4-BE49-F238E27FC236}">
                <a16:creationId xmlns:a16="http://schemas.microsoft.com/office/drawing/2014/main" id="{39CDADF2-DF3C-D38B-C3BD-4DBCAF7F4F7D}"/>
              </a:ext>
            </a:extLst>
          </p:cNvPr>
          <p:cNvSpPr txBox="1">
            <a:spLocks/>
          </p:cNvSpPr>
          <p:nvPr/>
        </p:nvSpPr>
        <p:spPr>
          <a:xfrm>
            <a:off x="1216714" y="1576036"/>
            <a:ext cx="6315689" cy="2345596"/>
          </a:xfrm>
          <a:prstGeom prst="rect">
            <a:avLst/>
          </a:prstGeom>
        </p:spPr>
        <p:txBody>
          <a:bodyPr vert="horz" lIns="121899" tIns="60949" rIns="121899" bIns="60949" rtlCol="0">
            <a:normAutofit/>
          </a:bodyPr>
          <a:lstStyle>
            <a:lvl1pPr marL="304747" indent="-304747" algn="l" defTabSz="1218987" rtl="0" eaLnBrk="1" latinLnBrk="0" hangingPunct="1">
              <a:lnSpc>
                <a:spcPct val="90000"/>
              </a:lnSpc>
              <a:spcBef>
                <a:spcPts val="1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493" indent="-231607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40" indent="-231607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18987" indent="-231607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23733" indent="-231607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28480" indent="-231607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133227" indent="-231607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37973" indent="-231607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2720" indent="-231607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dirty="0"/>
              <a:t>Mixage des signaux audios (analogiques ou numériques) envoyés par des instruments développés par les étudiants de BUT 3 GEII ESE</a:t>
            </a:r>
            <a:endParaRPr lang="en-US" dirty="0"/>
          </a:p>
        </p:txBody>
      </p:sp>
      <p:sp>
        <p:nvSpPr>
          <p:cNvPr id="14" name="Espace réservé du contenu 2">
            <a:extLst>
              <a:ext uri="{FF2B5EF4-FFF2-40B4-BE49-F238E27FC236}">
                <a16:creationId xmlns:a16="http://schemas.microsoft.com/office/drawing/2014/main" id="{D65FA779-1A2A-0828-D273-AB79A6D0317E}"/>
              </a:ext>
            </a:extLst>
          </p:cNvPr>
          <p:cNvSpPr txBox="1">
            <a:spLocks/>
          </p:cNvSpPr>
          <p:nvPr/>
        </p:nvSpPr>
        <p:spPr>
          <a:xfrm>
            <a:off x="1216715" y="3531676"/>
            <a:ext cx="6315689" cy="2345596"/>
          </a:xfrm>
          <a:prstGeom prst="rect">
            <a:avLst/>
          </a:prstGeom>
        </p:spPr>
        <p:txBody>
          <a:bodyPr vert="horz" lIns="121899" tIns="60949" rIns="121899" bIns="60949" rtlCol="0" anchor="b">
            <a:normAutofit/>
          </a:bodyPr>
          <a:lstStyle>
            <a:lvl1pPr marL="0" indent="0" algn="l" defTabSz="1218987" rtl="0" eaLnBrk="1" latinLnBrk="0" hangingPunct="1">
              <a:lnSpc>
                <a:spcPct val="90000"/>
              </a:lnSpc>
              <a:spcBef>
                <a:spcPts val="0"/>
              </a:spcBef>
              <a:buClr>
                <a:schemeClr val="accent1"/>
              </a:buClr>
              <a:buSzPct val="100000"/>
              <a:buFont typeface="Arial" pitchFamily="34" charset="0"/>
              <a:buNone/>
              <a:defRPr sz="2800" b="0" kern="1200" cap="all" spc="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609493" indent="0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None/>
              <a:defRPr sz="27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8987" indent="0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480" indent="0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None/>
              <a:defRPr sz="21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7973" indent="0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None/>
              <a:defRPr sz="21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467" indent="0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None/>
              <a:defRPr sz="21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6960" indent="0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None/>
              <a:defRPr sz="21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6453" indent="0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None/>
              <a:defRPr sz="2100" b="1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5947" indent="0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None/>
              <a:defRPr sz="2100" b="1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>
                <a:solidFill>
                  <a:schemeClr val="tx1"/>
                </a:solidFill>
              </a:rPr>
              <a:t>Fonctionnalités clés 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fr-FR" dirty="0">
                <a:solidFill>
                  <a:schemeClr val="tx1"/>
                </a:solidFill>
              </a:rPr>
              <a:t>2 Entrées Numériques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fr-FR" dirty="0">
                <a:solidFill>
                  <a:schemeClr val="tx1"/>
                </a:solidFill>
              </a:rPr>
              <a:t>2 Entrées Analogiques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fr-FR" dirty="0">
                <a:solidFill>
                  <a:schemeClr val="tx1"/>
                </a:solidFill>
              </a:rPr>
              <a:t>Synchronisation des données</a:t>
            </a:r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211F3DCA-322E-3B6D-98AB-0DB0A27E94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38628" y="1175464"/>
            <a:ext cx="2669257" cy="5185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97617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664C2D-ED78-5DE1-45E9-2C84E638F2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7FA042-1168-5119-36EE-99FBE3E3C0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161" y="-104109"/>
            <a:ext cx="10360501" cy="1223963"/>
          </a:xfrm>
        </p:spPr>
        <p:txBody>
          <a:bodyPr>
            <a:normAutofit/>
          </a:bodyPr>
          <a:lstStyle/>
          <a:p>
            <a:r>
              <a:rPr lang="fr-FR" sz="4400" b="1" dirty="0">
                <a:solidFill>
                  <a:schemeClr val="accent1"/>
                </a:solidFill>
              </a:rPr>
              <a:t>Détails des sous-systèmes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4CDF6FA-D544-916F-36DA-96B9DD77C3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F8D90C-592A-4BB3-869D-943E473FE966}" type="datetime1">
              <a:rPr lang="fr-FR" smtClean="0"/>
              <a:t>01/05/2025</a:t>
            </a:fld>
            <a:endParaRPr lang="fr-FR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C618DEE-1C38-1ADB-27C2-522F07D1C8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C014DD1E-5D91-48A3-AD6D-45FBA980D106}" type="slidenum">
              <a:rPr lang="fr-FR" sz="2000" smtClean="0"/>
              <a:pPr algn="r"/>
              <a:t>4</a:t>
            </a:fld>
            <a:endParaRPr lang="fr-FR" sz="2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8963722-9270-453E-C798-180E4EF820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02559" y="1119854"/>
            <a:ext cx="9472373" cy="5541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92167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14F553-10E4-343F-9D78-850A354B90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5BE115-D9B7-3F88-C136-3C908E9036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161" y="-104109"/>
            <a:ext cx="10360501" cy="1223963"/>
          </a:xfrm>
        </p:spPr>
        <p:txBody>
          <a:bodyPr>
            <a:normAutofit/>
          </a:bodyPr>
          <a:lstStyle/>
          <a:p>
            <a:r>
              <a:rPr lang="fr-FR" sz="4400" b="1" dirty="0">
                <a:solidFill>
                  <a:schemeClr val="accent1"/>
                </a:solidFill>
              </a:rPr>
              <a:t>Conception</a:t>
            </a:r>
            <a:endParaRPr lang="fr-FR" sz="4400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68DB298-B6E3-7F2D-80AB-E655071934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F8D90C-592A-4BB3-869D-943E473FE966}" type="datetime1">
              <a:rPr lang="fr-FR" smtClean="0"/>
              <a:t>01/05/2025</a:t>
            </a:fld>
            <a:endParaRPr lang="fr-FR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BB79E4A-7A88-7C1F-5314-2E63890BC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C014DD1E-5D91-48A3-AD6D-45FBA980D106}" type="slidenum">
              <a:rPr lang="fr-FR" sz="2000" smtClean="0"/>
              <a:pPr algn="r"/>
              <a:t>5</a:t>
            </a:fld>
            <a:endParaRPr lang="fr-FR" sz="20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1670684-1FCD-435A-24F1-4A6EC8FAA3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4411" y="620688"/>
            <a:ext cx="2434828" cy="237291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0BF3905-B21C-2370-20DD-A9F0C932D39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9244" y="2094365"/>
            <a:ext cx="4608512" cy="315895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BA61A62-887E-176E-2A09-A52A2F48AA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54434" y="586402"/>
            <a:ext cx="2879183" cy="240719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A543D8A-FC66-08E1-8205-A28C99F53D8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08665" y="3429000"/>
            <a:ext cx="2623030" cy="228666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9262E66-D4A6-430A-5247-EFA96A1F867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65894" y="3243573"/>
            <a:ext cx="3009244" cy="25653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33098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E5507-AA71-CE56-66D1-29BBB96F2E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DE9B4A-5C35-3A4D-AAD0-0744D97C58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161" y="-104109"/>
            <a:ext cx="10360501" cy="1223963"/>
          </a:xfrm>
        </p:spPr>
        <p:txBody>
          <a:bodyPr>
            <a:normAutofit/>
          </a:bodyPr>
          <a:lstStyle/>
          <a:p>
            <a:r>
              <a:rPr lang="fr-FR" sz="4400" b="1" dirty="0">
                <a:solidFill>
                  <a:schemeClr val="accent1"/>
                </a:solidFill>
              </a:rPr>
              <a:t>Conception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8ADBBD9-22BC-7717-6E99-85BD6CDDB2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F8D90C-592A-4BB3-869D-943E473FE966}" type="datetime1">
              <a:rPr lang="fr-FR" smtClean="0"/>
              <a:t>01/05/2025</a:t>
            </a:fld>
            <a:endParaRPr lang="fr-FR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BE143FC-306E-200D-FB19-52AE1B69A0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C014DD1E-5D91-48A3-AD6D-45FBA980D106}" type="slidenum">
              <a:rPr lang="fr-FR" sz="2000" smtClean="0"/>
              <a:pPr algn="r"/>
              <a:t>6</a:t>
            </a:fld>
            <a:endParaRPr lang="fr-FR" sz="2000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FCAD9C7-45CA-F1A9-46BD-71BCC25332C8}"/>
              </a:ext>
            </a:extLst>
          </p:cNvPr>
          <p:cNvSpPr txBox="1">
            <a:spLocks/>
          </p:cNvSpPr>
          <p:nvPr/>
        </p:nvSpPr>
        <p:spPr>
          <a:xfrm>
            <a:off x="1190971" y="1331676"/>
            <a:ext cx="10360501" cy="4545595"/>
          </a:xfrm>
          <a:prstGeom prst="rect">
            <a:avLst/>
          </a:prstGeom>
        </p:spPr>
        <p:txBody>
          <a:bodyPr vert="horz" lIns="121899" tIns="60949" rIns="121899" bIns="60949" rtlCol="0" anchor="t">
            <a:noAutofit/>
          </a:bodyPr>
          <a:lstStyle>
            <a:lvl1pPr marL="0" indent="0" algn="l" defTabSz="1218987" rtl="0" eaLnBrk="1" latinLnBrk="0" hangingPunct="1">
              <a:lnSpc>
                <a:spcPct val="90000"/>
              </a:lnSpc>
              <a:spcBef>
                <a:spcPts val="0"/>
              </a:spcBef>
              <a:buClr>
                <a:schemeClr val="accent1"/>
              </a:buClr>
              <a:buSzPct val="100000"/>
              <a:buFont typeface="Arial" pitchFamily="34" charset="0"/>
              <a:buNone/>
              <a:defRPr sz="2800" b="0" kern="1200" cap="all" spc="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609493" indent="0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None/>
              <a:defRPr sz="27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8987" indent="0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480" indent="0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None/>
              <a:defRPr sz="21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7973" indent="0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None/>
              <a:defRPr sz="21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467" indent="0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None/>
              <a:defRPr sz="21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6960" indent="0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None/>
              <a:defRPr sz="21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6453" indent="0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None/>
              <a:defRPr sz="2100" b="1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5947" indent="0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None/>
              <a:defRPr sz="2100" b="1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fr-FR" sz="2400" dirty="0">
                <a:solidFill>
                  <a:schemeClr val="tx1"/>
                </a:solidFill>
              </a:rPr>
              <a:t>Conception d’un système électronique modulaire</a:t>
            </a:r>
          </a:p>
          <a:p>
            <a:pPr marL="457200" indent="-45720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fr-FR" sz="2400" dirty="0">
                <a:solidFill>
                  <a:schemeClr val="tx1"/>
                </a:solidFill>
              </a:rPr>
              <a:t>Traitement des Signaux </a:t>
            </a:r>
            <a:r>
              <a:rPr lang="fr-FR" sz="2400" b="1" dirty="0"/>
              <a:t>analogiques et numériques</a:t>
            </a:r>
            <a:r>
              <a:rPr lang="fr-FR" sz="2400" dirty="0"/>
              <a:t> : filtrage, Gain, Offset, conversion, synchronisation</a:t>
            </a:r>
            <a:endParaRPr lang="fr-FR" sz="2400" dirty="0">
              <a:solidFill>
                <a:schemeClr val="tx1"/>
              </a:solidFill>
            </a:endParaRPr>
          </a:p>
          <a:p>
            <a:pPr marL="457200" indent="-45720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fr-FR" sz="2400" dirty="0">
                <a:solidFill>
                  <a:schemeClr val="tx1"/>
                </a:solidFill>
              </a:rPr>
              <a:t>Choix techniques justifiés en fonction des contraintes de performance, consommation et coût</a:t>
            </a:r>
          </a:p>
          <a:p>
            <a:pPr marL="457200" indent="-45720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fr-FR" sz="2400" dirty="0">
                <a:solidFill>
                  <a:schemeClr val="tx1"/>
                </a:solidFill>
              </a:rPr>
              <a:t>Outils et technologies utilisés :</a:t>
            </a:r>
          </a:p>
          <a:p>
            <a:pPr marL="1066693" lvl="1" indent="-45720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fr-FR" sz="2400" b="0" dirty="0">
                <a:solidFill>
                  <a:schemeClr val="tx1"/>
                </a:solidFill>
              </a:rPr>
              <a:t>CAO : </a:t>
            </a:r>
            <a:r>
              <a:rPr lang="fr-FR" sz="2400" b="0" dirty="0" err="1">
                <a:solidFill>
                  <a:schemeClr val="tx1"/>
                </a:solidFill>
              </a:rPr>
              <a:t>Altium</a:t>
            </a:r>
            <a:r>
              <a:rPr lang="fr-FR" sz="2400" b="0" dirty="0">
                <a:solidFill>
                  <a:schemeClr val="tx1"/>
                </a:solidFill>
              </a:rPr>
              <a:t> Designer</a:t>
            </a:r>
          </a:p>
          <a:p>
            <a:pPr marL="1066693" lvl="1" indent="-45720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fr-FR" sz="2400" b="0" dirty="0">
                <a:solidFill>
                  <a:schemeClr val="tx1"/>
                </a:solidFill>
              </a:rPr>
              <a:t>Simulation : </a:t>
            </a:r>
            <a:r>
              <a:rPr lang="fr-FR" sz="2400" b="0" dirty="0" err="1">
                <a:solidFill>
                  <a:schemeClr val="tx1"/>
                </a:solidFill>
              </a:rPr>
              <a:t>LTSpice</a:t>
            </a:r>
            <a:endParaRPr lang="fr-FR" sz="2400" b="0" dirty="0">
              <a:solidFill>
                <a:schemeClr val="tx1"/>
              </a:solidFill>
            </a:endParaRPr>
          </a:p>
          <a:p>
            <a:pPr marL="1066693" lvl="1" indent="-45720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fr-FR" sz="2400" b="0" dirty="0">
                <a:solidFill>
                  <a:schemeClr val="tx1"/>
                </a:solidFill>
              </a:rPr>
              <a:t>Langages : C++, Python</a:t>
            </a:r>
          </a:p>
          <a:p>
            <a:pPr marL="1066693" lvl="1" indent="-45720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fr-FR" sz="2400" b="0" dirty="0">
                <a:solidFill>
                  <a:schemeClr val="tx1"/>
                </a:solidFill>
              </a:rPr>
              <a:t>Versioning : Git (GitHub -&gt; </a:t>
            </a:r>
            <a:r>
              <a:rPr lang="fr-FR" sz="2400" b="0" dirty="0" err="1">
                <a:solidFill>
                  <a:schemeClr val="tx1"/>
                </a:solidFill>
              </a:rPr>
              <a:t>GitLab</a:t>
            </a:r>
            <a:r>
              <a:rPr lang="fr-FR" sz="2400" b="0" dirty="0">
                <a:solidFill>
                  <a:schemeClr val="tx1"/>
                </a:solidFill>
              </a:rPr>
              <a:t>)</a:t>
            </a:r>
          </a:p>
          <a:p>
            <a:pPr marL="457200" indent="-457200">
              <a:spcAft>
                <a:spcPts val="800"/>
              </a:spcAft>
              <a:buFont typeface="Arial" panose="020B0604020202020204" pitchFamily="34" charset="0"/>
              <a:buChar char="•"/>
            </a:pPr>
            <a:endParaRPr lang="fr-FR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079548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96CF6D-C6D5-7E73-F75F-864540DB67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F31EAA-353C-8DD8-D05C-7F38B940CF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161" y="-104109"/>
            <a:ext cx="10360501" cy="1223963"/>
          </a:xfrm>
        </p:spPr>
        <p:txBody>
          <a:bodyPr>
            <a:normAutofit/>
          </a:bodyPr>
          <a:lstStyle/>
          <a:p>
            <a:r>
              <a:rPr lang="fr-FR" sz="4400" b="1" dirty="0">
                <a:solidFill>
                  <a:schemeClr val="accent1"/>
                </a:solidFill>
              </a:rPr>
              <a:t>Conception</a:t>
            </a:r>
            <a:endParaRPr lang="fr-FR" sz="4400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62417CD-63D3-BA9A-B287-0924DB1B88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F8D90C-592A-4BB3-869D-943E473FE966}" type="datetime1">
              <a:rPr lang="fr-FR" smtClean="0"/>
              <a:t>01/05/2025</a:t>
            </a:fld>
            <a:endParaRPr lang="fr-FR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431458E-9021-1F67-4033-46AAFE26BD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C014DD1E-5D91-48A3-AD6D-45FBA980D106}" type="slidenum">
              <a:rPr lang="fr-FR" sz="2000" smtClean="0"/>
              <a:pPr algn="r"/>
              <a:t>7</a:t>
            </a:fld>
            <a:endParaRPr lang="fr-FR" sz="2000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BBF791DB-EDDE-74E7-A8A5-9C30D07A2C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6068" y="3397374"/>
            <a:ext cx="4249306" cy="242621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BE39A7A8-4CC8-AF0D-04ED-1948B0DEEE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7282" y="917768"/>
            <a:ext cx="4573258" cy="2378639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C97263D6-9986-F641-843E-FCA485CF46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8604" y="1002783"/>
            <a:ext cx="4564235" cy="2293624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61563D19-A0E2-1F36-715F-C97B4F266F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6200000">
            <a:off x="6503382" y="3799078"/>
            <a:ext cx="2155926" cy="1990301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79E0DA6C-D2BB-DE7F-227E-E6377B978A6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5400000">
            <a:off x="8885522" y="3831229"/>
            <a:ext cx="2168720" cy="1990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52510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8F1013-5BD0-92FD-E656-43A21555CF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5C5D86-C650-1D4F-60F0-5F74D39FE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161" y="-104109"/>
            <a:ext cx="10360501" cy="1223963"/>
          </a:xfrm>
        </p:spPr>
        <p:txBody>
          <a:bodyPr>
            <a:normAutofit/>
          </a:bodyPr>
          <a:lstStyle/>
          <a:p>
            <a:r>
              <a:rPr lang="fr-FR" sz="4400" b="1" dirty="0">
                <a:solidFill>
                  <a:schemeClr val="accent1"/>
                </a:solidFill>
              </a:rPr>
              <a:t>Conception</a:t>
            </a:r>
            <a:endParaRPr lang="fr-FR" sz="4400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3E4CEF6-0463-3DF3-3A0C-68B1ECBC3D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F8D90C-592A-4BB3-869D-943E473FE966}" type="datetime1">
              <a:rPr lang="fr-FR" smtClean="0"/>
              <a:t>01/05/2025</a:t>
            </a:fld>
            <a:endParaRPr lang="fr-FR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4E39261-32E1-0791-2C3E-3B9134B3EA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C014DD1E-5D91-48A3-AD6D-45FBA980D106}" type="slidenum">
              <a:rPr lang="fr-FR" sz="2000" smtClean="0"/>
              <a:pPr algn="r"/>
              <a:t>8</a:t>
            </a:fld>
            <a:endParaRPr lang="fr-FR" sz="2000" dirty="0"/>
          </a:p>
        </p:txBody>
      </p:sp>
      <p:pic>
        <p:nvPicPr>
          <p:cNvPr id="3" name="Content Placeholder 2" descr="A computer generated image of a circuit board&#10;&#10;AI-generated content may be incorrect.">
            <a:extLst>
              <a:ext uri="{FF2B5EF4-FFF2-40B4-BE49-F238E27FC236}">
                <a16:creationId xmlns:a16="http://schemas.microsoft.com/office/drawing/2014/main" id="{1C76FD4F-85DE-2528-3CEB-D01686BFCC1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rcRect l="6706" r="6935"/>
          <a:stretch/>
        </p:blipFill>
        <p:spPr>
          <a:xfrm>
            <a:off x="6091553" y="1200305"/>
            <a:ext cx="5468282" cy="4457389"/>
          </a:xfrm>
          <a:prstGeom prst="rect">
            <a:avLst/>
          </a:prstGeom>
        </p:spPr>
      </p:pic>
      <p:pic>
        <p:nvPicPr>
          <p:cNvPr id="4" name="Picture 3" descr="A computer circuit board with many different components&#10;&#10;AI-generated content may be incorrect.">
            <a:extLst>
              <a:ext uri="{FF2B5EF4-FFF2-40B4-BE49-F238E27FC236}">
                <a16:creationId xmlns:a16="http://schemas.microsoft.com/office/drawing/2014/main" id="{B148C019-1EB0-5059-B09F-013EB2987F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820" y="1600886"/>
            <a:ext cx="4817133" cy="3893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02437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1CE0A-1120-DFA4-B19D-209FB47BC8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75051E-A06C-8A7E-3782-A35F9425B1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161" y="-104109"/>
            <a:ext cx="10360501" cy="1223963"/>
          </a:xfrm>
        </p:spPr>
        <p:txBody>
          <a:bodyPr>
            <a:normAutofit/>
          </a:bodyPr>
          <a:lstStyle/>
          <a:p>
            <a:r>
              <a:rPr lang="fr-FR" sz="4400" b="1" dirty="0">
                <a:solidFill>
                  <a:schemeClr val="accent1"/>
                </a:solidFill>
              </a:rPr>
              <a:t>Vérification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A0E684A-4C01-EA2D-87EC-9464713B75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F8D90C-592A-4BB3-869D-943E473FE966}" type="datetime1">
              <a:rPr lang="fr-FR" smtClean="0"/>
              <a:t>01/05/2025</a:t>
            </a:fld>
            <a:endParaRPr lang="fr-FR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D46981B-22CC-2C69-2B2C-AAE2DC49C5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C014DD1E-5D91-48A3-AD6D-45FBA980D106}" type="slidenum">
              <a:rPr lang="fr-FR" sz="2000" smtClean="0"/>
              <a:pPr algn="r"/>
              <a:t>9</a:t>
            </a:fld>
            <a:endParaRPr lang="fr-FR" sz="2000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5C2CE01-9046-6255-F2E0-0A495BBDEF5E}"/>
              </a:ext>
            </a:extLst>
          </p:cNvPr>
          <p:cNvSpPr txBox="1">
            <a:spLocks/>
          </p:cNvSpPr>
          <p:nvPr/>
        </p:nvSpPr>
        <p:spPr>
          <a:xfrm>
            <a:off x="1218882" y="1193372"/>
            <a:ext cx="10736089" cy="2736304"/>
          </a:xfrm>
          <a:prstGeom prst="rect">
            <a:avLst/>
          </a:prstGeom>
        </p:spPr>
        <p:txBody>
          <a:bodyPr vert="horz" lIns="121899" tIns="60949" rIns="121899" bIns="60949" rtlCol="0" anchor="t">
            <a:noAutofit/>
          </a:bodyPr>
          <a:lstStyle>
            <a:lvl1pPr marL="0" indent="0" algn="l" defTabSz="1218987" rtl="0" eaLnBrk="1" latinLnBrk="0" hangingPunct="1">
              <a:lnSpc>
                <a:spcPct val="90000"/>
              </a:lnSpc>
              <a:spcBef>
                <a:spcPts val="0"/>
              </a:spcBef>
              <a:buClr>
                <a:schemeClr val="accent1"/>
              </a:buClr>
              <a:buSzPct val="100000"/>
              <a:buFont typeface="Arial" pitchFamily="34" charset="0"/>
              <a:buNone/>
              <a:defRPr sz="2800" b="0" kern="1200" cap="all" spc="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609493" indent="0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None/>
              <a:defRPr sz="27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8987" indent="0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480" indent="0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None/>
              <a:defRPr sz="21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7973" indent="0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None/>
              <a:defRPr sz="21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467" indent="0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None/>
              <a:defRPr sz="21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6960" indent="0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None/>
              <a:defRPr sz="21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6453" indent="0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None/>
              <a:defRPr sz="2100" b="1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5947" indent="0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None/>
              <a:defRPr sz="2100" b="1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fr-FR" dirty="0"/>
              <a:t>Approche PDCA (Plan – Do – Check – </a:t>
            </a:r>
            <a:r>
              <a:rPr lang="fr-FR" dirty="0" err="1"/>
              <a:t>Act</a:t>
            </a:r>
            <a:r>
              <a:rPr lang="fr-FR" dirty="0"/>
              <a:t>) :</a:t>
            </a:r>
          </a:p>
          <a:p>
            <a:pPr marL="1066693" lvl="1" indent="-45720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fr-FR" sz="2400" b="0" dirty="0">
                <a:solidFill>
                  <a:schemeClr val="tx1"/>
                </a:solidFill>
              </a:rPr>
              <a:t>Plan : Planifier : définition des objectifs de tests et critères de validation</a:t>
            </a:r>
          </a:p>
          <a:p>
            <a:pPr marL="1066693" lvl="1" indent="-45720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fr-FR" sz="2400" b="0" dirty="0">
                <a:solidFill>
                  <a:schemeClr val="tx1"/>
                </a:solidFill>
              </a:rPr>
              <a:t>Do : Déployer : exécution des tests unitaires et d'intégration</a:t>
            </a:r>
          </a:p>
          <a:p>
            <a:pPr marL="1066693" lvl="1" indent="-45720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fr-FR" sz="2400" b="0" dirty="0">
                <a:solidFill>
                  <a:schemeClr val="tx1"/>
                </a:solidFill>
              </a:rPr>
              <a:t>Check : Contrôler : analyse des résultats, identification des écarts</a:t>
            </a:r>
          </a:p>
          <a:p>
            <a:pPr marL="1066693" lvl="1" indent="-45720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fr-FR" sz="2400" b="0" dirty="0" err="1">
                <a:solidFill>
                  <a:schemeClr val="tx1"/>
                </a:solidFill>
              </a:rPr>
              <a:t>Act</a:t>
            </a:r>
            <a:r>
              <a:rPr lang="fr-FR" sz="2400" b="0" dirty="0">
                <a:solidFill>
                  <a:schemeClr val="tx1"/>
                </a:solidFill>
              </a:rPr>
              <a:t> : Ajuster : actions correctives et amélioration continue</a:t>
            </a:r>
          </a:p>
          <a:p>
            <a:pPr marL="1066693" lvl="1" indent="-457200">
              <a:spcAft>
                <a:spcPts val="800"/>
              </a:spcAft>
              <a:buFont typeface="Arial" panose="020B0604020202020204" pitchFamily="34" charset="0"/>
              <a:buChar char="•"/>
            </a:pPr>
            <a:endParaRPr lang="fr-FR" sz="2400" b="0" dirty="0">
              <a:solidFill>
                <a:schemeClr val="tx1"/>
              </a:solidFill>
            </a:endParaRPr>
          </a:p>
        </p:txBody>
      </p:sp>
      <p:pic>
        <p:nvPicPr>
          <p:cNvPr id="1026" name="Picture 2" descr="Cycle PDCA ou Roue de deming">
            <a:extLst>
              <a:ext uri="{FF2B5EF4-FFF2-40B4-BE49-F238E27FC236}">
                <a16:creationId xmlns:a16="http://schemas.microsoft.com/office/drawing/2014/main" id="{47F24401-7EEC-32C6-9B20-D2AD8048947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966" r="20207"/>
          <a:stretch/>
        </p:blipFill>
        <p:spPr bwMode="auto">
          <a:xfrm>
            <a:off x="4654252" y="4003194"/>
            <a:ext cx="2592288" cy="24002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021976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F861B1-E4BD-53FD-D47E-D1700A3133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F230EA-F928-A269-3179-6319A3D501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161" y="-104109"/>
            <a:ext cx="10360501" cy="1223963"/>
          </a:xfrm>
        </p:spPr>
        <p:txBody>
          <a:bodyPr>
            <a:normAutofit/>
          </a:bodyPr>
          <a:lstStyle/>
          <a:p>
            <a:r>
              <a:rPr lang="fr-FR" sz="4400" b="1" dirty="0">
                <a:solidFill>
                  <a:schemeClr val="accent1"/>
                </a:solidFill>
              </a:rPr>
              <a:t>Vérification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FB6DAD6-B798-C956-F5C1-8F75B820D2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F8D90C-592A-4BB3-869D-943E473FE966}" type="datetime1">
              <a:rPr lang="fr-FR" smtClean="0"/>
              <a:t>01/05/2025</a:t>
            </a:fld>
            <a:endParaRPr lang="fr-FR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2594CD2-0384-2D34-63F5-4F09A3B97F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C014DD1E-5D91-48A3-AD6D-45FBA980D106}" type="slidenum">
              <a:rPr lang="fr-FR" sz="2000" smtClean="0"/>
              <a:pPr algn="r"/>
              <a:t>10</a:t>
            </a:fld>
            <a:endParaRPr lang="fr-FR" sz="2000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68F1BA3-E0E6-AD2F-A19D-B2D76B4A9A78}"/>
              </a:ext>
            </a:extLst>
          </p:cNvPr>
          <p:cNvSpPr txBox="1">
            <a:spLocks/>
          </p:cNvSpPr>
          <p:nvPr/>
        </p:nvSpPr>
        <p:spPr>
          <a:xfrm>
            <a:off x="1218883" y="1193372"/>
            <a:ext cx="5667617" cy="4827916"/>
          </a:xfrm>
          <a:prstGeom prst="rect">
            <a:avLst/>
          </a:prstGeom>
        </p:spPr>
        <p:txBody>
          <a:bodyPr vert="horz" lIns="121899" tIns="60949" rIns="121899" bIns="60949" rtlCol="0" anchor="t">
            <a:noAutofit/>
          </a:bodyPr>
          <a:lstStyle>
            <a:lvl1pPr marL="0" indent="0" algn="l" defTabSz="1218987" rtl="0" eaLnBrk="1" latinLnBrk="0" hangingPunct="1">
              <a:lnSpc>
                <a:spcPct val="90000"/>
              </a:lnSpc>
              <a:spcBef>
                <a:spcPts val="0"/>
              </a:spcBef>
              <a:buClr>
                <a:schemeClr val="accent1"/>
              </a:buClr>
              <a:buSzPct val="100000"/>
              <a:buFont typeface="Arial" pitchFamily="34" charset="0"/>
              <a:buNone/>
              <a:defRPr sz="2800" b="0" kern="1200" cap="all" spc="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609493" indent="0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None/>
              <a:defRPr sz="27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8987" indent="0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480" indent="0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None/>
              <a:defRPr sz="21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7973" indent="0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None/>
              <a:defRPr sz="21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467" indent="0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None/>
              <a:defRPr sz="21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6960" indent="0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None/>
              <a:defRPr sz="21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6453" indent="0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None/>
              <a:defRPr sz="2100" b="1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5947" indent="0" algn="l" defTabSz="1218987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SzPct val="80000"/>
              <a:buFont typeface="Arial" pitchFamily="34" charset="0"/>
              <a:buNone/>
              <a:defRPr sz="2100" b="1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fr-FR" dirty="0"/>
              <a:t>Exemple : </a:t>
            </a:r>
          </a:p>
          <a:p>
            <a:pPr marL="1066693" lvl="1" indent="-45720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fr-FR" sz="2400" b="0" dirty="0"/>
              <a:t>Plan : Conception de Carte ADC et horloge externe avec un oscillateur quartz </a:t>
            </a:r>
          </a:p>
          <a:p>
            <a:pPr marL="1066693" lvl="1" indent="-45720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fr-FR" sz="2400" b="0" dirty="0"/>
              <a:t>Do : Test de différents signaux</a:t>
            </a:r>
          </a:p>
          <a:p>
            <a:pPr marL="1066693" lvl="1" indent="-45720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fr-FR" sz="2400" b="0" dirty="0"/>
              <a:t>Check : problème avec l’horloge 11MHz, a cause des caractéristiques des composants</a:t>
            </a:r>
          </a:p>
          <a:p>
            <a:pPr marL="1066693" lvl="1" indent="-45720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fr-FR" sz="2400" b="0" dirty="0" err="1"/>
              <a:t>Act</a:t>
            </a:r>
            <a:r>
              <a:rPr lang="fr-FR" sz="2400" b="0" dirty="0"/>
              <a:t> : Configurer la carte pour utiliser le 2eme mode de Horloge Externe</a:t>
            </a:r>
            <a:r>
              <a:rPr lang="fr-FR" sz="2400" dirty="0"/>
              <a:t>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C982A29-F69F-C9E8-D8E4-7CAFCF3BCD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78788" y="1355088"/>
            <a:ext cx="2448272" cy="325726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6C0BFAF-BE28-9452-7811-298F97BA71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9860" y="1355088"/>
            <a:ext cx="2255178" cy="493991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EBB871B-6819-C656-EBDF-2D267A18DB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36799" y="4710824"/>
            <a:ext cx="1932249" cy="1584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33997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B3D2E4D-DEF9-CDFF-257E-1A4DD48FB6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F8D90C-592A-4BB3-869D-943E473FE966}" type="datetime1">
              <a:rPr lang="fr-FR" smtClean="0"/>
              <a:t>01/05/2025</a:t>
            </a:fld>
            <a:endParaRPr lang="fr-FR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99D3EAC-125A-9165-7691-9A03E78264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C014DD1E-5D91-48A3-AD6D-45FBA980D106}" type="slidenum">
              <a:rPr lang="fr-FR" sz="2000" smtClean="0"/>
              <a:pPr algn="r"/>
              <a:t>11</a:t>
            </a:fld>
            <a:endParaRPr lang="fr-FR" sz="200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1764E54E-E689-1BAD-855F-1476A5DC53C2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247"/>
          <a:stretch/>
        </p:blipFill>
        <p:spPr bwMode="auto">
          <a:xfrm>
            <a:off x="4150196" y="1772816"/>
            <a:ext cx="3422057" cy="2360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7E604B1E-8670-1FCF-F628-9CC15794CAF5}"/>
              </a:ext>
            </a:extLst>
          </p:cNvPr>
          <p:cNvPicPr>
            <a:picLocks noGrp="1" noChangeAspect="1" noChangeArrowheads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07498" y="4407312"/>
            <a:ext cx="4707451" cy="9024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0BE0DACB-08A9-E63E-B95A-7B7627291C7E}"/>
              </a:ext>
            </a:extLst>
          </p:cNvPr>
          <p:cNvSpPr txBox="1">
            <a:spLocks/>
          </p:cNvSpPr>
          <p:nvPr/>
        </p:nvSpPr>
        <p:spPr>
          <a:xfrm>
            <a:off x="1227435" y="97269"/>
            <a:ext cx="10360501" cy="1223963"/>
          </a:xfrm>
          <a:prstGeom prst="rect">
            <a:avLst/>
          </a:prstGeom>
        </p:spPr>
        <p:txBody>
          <a:bodyPr vert="horz" lIns="121899" tIns="60949" rIns="121899" bIns="60949" rtlCol="0" anchor="b">
            <a:normAutofit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400" b="1" dirty="0" err="1">
                <a:solidFill>
                  <a:schemeClr val="accent1"/>
                </a:solidFill>
              </a:rPr>
              <a:t>Exemple</a:t>
            </a:r>
            <a:r>
              <a:rPr lang="en-US" sz="4400" b="1" dirty="0">
                <a:solidFill>
                  <a:schemeClr val="accent1"/>
                </a:solidFill>
              </a:rPr>
              <a:t> de </a:t>
            </a:r>
            <a:r>
              <a:rPr lang="en-US" sz="4400" b="1" dirty="0" err="1">
                <a:solidFill>
                  <a:schemeClr val="accent1"/>
                </a:solidFill>
              </a:rPr>
              <a:t>dysfonctionnement</a:t>
            </a:r>
            <a:endParaRPr lang="fr-FR" sz="4400" b="1" dirty="0"/>
          </a:p>
        </p:txBody>
      </p:sp>
    </p:spTree>
    <p:extLst>
      <p:ext uri="{BB962C8B-B14F-4D97-AF65-F5344CB8AC3E}">
        <p14:creationId xmlns:p14="http://schemas.microsoft.com/office/powerpoint/2010/main" val="22647819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Content Placeholder 8">
            <a:extLst>
              <a:ext uri="{FF2B5EF4-FFF2-40B4-BE49-F238E27FC236}">
                <a16:creationId xmlns:a16="http://schemas.microsoft.com/office/drawing/2014/main" id="{136C9EC4-B8C5-C9D7-CF3C-20E4339CFFE1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917195119"/>
              </p:ext>
            </p:extLst>
          </p:nvPr>
        </p:nvGraphicFramePr>
        <p:xfrm>
          <a:off x="1557908" y="995538"/>
          <a:ext cx="9417017" cy="5279932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545658">
                  <a:extLst>
                    <a:ext uri="{9D8B030D-6E8A-4147-A177-3AD203B41FA5}">
                      <a16:colId xmlns:a16="http://schemas.microsoft.com/office/drawing/2014/main" val="4144709073"/>
                    </a:ext>
                  </a:extLst>
                </a:gridCol>
                <a:gridCol w="1455471">
                  <a:extLst>
                    <a:ext uri="{9D8B030D-6E8A-4147-A177-3AD203B41FA5}">
                      <a16:colId xmlns:a16="http://schemas.microsoft.com/office/drawing/2014/main" val="3737547506"/>
                    </a:ext>
                  </a:extLst>
                </a:gridCol>
                <a:gridCol w="1725003">
                  <a:extLst>
                    <a:ext uri="{9D8B030D-6E8A-4147-A177-3AD203B41FA5}">
                      <a16:colId xmlns:a16="http://schemas.microsoft.com/office/drawing/2014/main" val="2316948980"/>
                    </a:ext>
                  </a:extLst>
                </a:gridCol>
                <a:gridCol w="1706343">
                  <a:extLst>
                    <a:ext uri="{9D8B030D-6E8A-4147-A177-3AD203B41FA5}">
                      <a16:colId xmlns:a16="http://schemas.microsoft.com/office/drawing/2014/main" val="1701945696"/>
                    </a:ext>
                  </a:extLst>
                </a:gridCol>
                <a:gridCol w="1477239">
                  <a:extLst>
                    <a:ext uri="{9D8B030D-6E8A-4147-A177-3AD203B41FA5}">
                      <a16:colId xmlns:a16="http://schemas.microsoft.com/office/drawing/2014/main" val="3681343468"/>
                    </a:ext>
                  </a:extLst>
                </a:gridCol>
                <a:gridCol w="1507303">
                  <a:extLst>
                    <a:ext uri="{9D8B030D-6E8A-4147-A177-3AD203B41FA5}">
                      <a16:colId xmlns:a16="http://schemas.microsoft.com/office/drawing/2014/main" val="1487906844"/>
                    </a:ext>
                  </a:extLst>
                </a:gridCol>
              </a:tblGrid>
              <a:tr h="431374">
                <a:tc>
                  <a:txBody>
                    <a:bodyPr/>
                    <a:lstStyle/>
                    <a:p>
                      <a:pPr indent="353060" algn="l">
                        <a:lnSpc>
                          <a:spcPct val="110000"/>
                        </a:lnSpc>
                        <a:spcAft>
                          <a:spcPts val="560"/>
                        </a:spcAft>
                      </a:pPr>
                      <a:r>
                        <a:rPr lang="fr-FR" sz="1200" dirty="0">
                          <a:effectLst/>
                        </a:rPr>
                        <a:t>Sous-système</a:t>
                      </a:r>
                      <a:endParaRPr lang="fr-FR" sz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9468" marR="39468" marT="0" marB="0" anchor="ctr"/>
                </a:tc>
                <a:tc>
                  <a:txBody>
                    <a:bodyPr/>
                    <a:lstStyle/>
                    <a:p>
                      <a:pPr indent="353060" algn="ctr">
                        <a:lnSpc>
                          <a:spcPct val="110000"/>
                        </a:lnSpc>
                        <a:spcAft>
                          <a:spcPts val="560"/>
                        </a:spcAft>
                      </a:pPr>
                      <a:r>
                        <a:rPr lang="fr-FR" sz="1200">
                          <a:effectLst/>
                        </a:rPr>
                        <a:t>Modules Testés</a:t>
                      </a:r>
                      <a:endParaRPr lang="fr-FR" sz="12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9468" marR="39468" marT="0" marB="0" anchor="ctr"/>
                </a:tc>
                <a:tc>
                  <a:txBody>
                    <a:bodyPr/>
                    <a:lstStyle/>
                    <a:p>
                      <a:pPr indent="353060" algn="ctr">
                        <a:lnSpc>
                          <a:spcPct val="110000"/>
                        </a:lnSpc>
                        <a:spcAft>
                          <a:spcPts val="560"/>
                        </a:spcAft>
                      </a:pPr>
                      <a:r>
                        <a:rPr lang="fr-FR" sz="1200">
                          <a:effectLst/>
                        </a:rPr>
                        <a:t>Type de Test</a:t>
                      </a:r>
                      <a:endParaRPr lang="fr-FR" sz="12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9468" marR="39468" marT="0" marB="0" anchor="ctr"/>
                </a:tc>
                <a:tc>
                  <a:txBody>
                    <a:bodyPr/>
                    <a:lstStyle/>
                    <a:p>
                      <a:pPr indent="353060" algn="ctr">
                        <a:lnSpc>
                          <a:spcPct val="110000"/>
                        </a:lnSpc>
                        <a:spcAft>
                          <a:spcPts val="560"/>
                        </a:spcAft>
                      </a:pPr>
                      <a:r>
                        <a:rPr lang="fr-FR" sz="1200">
                          <a:effectLst/>
                        </a:rPr>
                        <a:t>Critères de Validation</a:t>
                      </a:r>
                      <a:endParaRPr lang="fr-FR" sz="12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9468" marR="39468" marT="0" marB="0" anchor="ctr"/>
                </a:tc>
                <a:tc>
                  <a:txBody>
                    <a:bodyPr/>
                    <a:lstStyle/>
                    <a:p>
                      <a:pPr indent="353060" algn="ctr">
                        <a:lnSpc>
                          <a:spcPct val="110000"/>
                        </a:lnSpc>
                        <a:spcAft>
                          <a:spcPts val="560"/>
                        </a:spcAft>
                      </a:pPr>
                      <a:r>
                        <a:rPr lang="fr-FR" sz="1200">
                          <a:effectLst/>
                        </a:rPr>
                        <a:t>Résultats</a:t>
                      </a:r>
                      <a:endParaRPr lang="fr-FR" sz="12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9468" marR="39468" marT="0" marB="0" anchor="ctr"/>
                </a:tc>
                <a:tc>
                  <a:txBody>
                    <a:bodyPr/>
                    <a:lstStyle/>
                    <a:p>
                      <a:pPr indent="353060" algn="ctr">
                        <a:lnSpc>
                          <a:spcPct val="110000"/>
                        </a:lnSpc>
                        <a:spcAft>
                          <a:spcPts val="560"/>
                        </a:spcAft>
                      </a:pPr>
                      <a:r>
                        <a:rPr lang="fr-FR" sz="1200">
                          <a:effectLst/>
                        </a:rPr>
                        <a:t>Actions Correctives</a:t>
                      </a:r>
                      <a:endParaRPr lang="fr-FR" sz="12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9468" marR="39468" marT="0" marB="0" anchor="ctr"/>
                </a:tc>
                <a:extLst>
                  <a:ext uri="{0D108BD9-81ED-4DB2-BD59-A6C34878D82A}">
                    <a16:rowId xmlns:a16="http://schemas.microsoft.com/office/drawing/2014/main" val="3341039746"/>
                  </a:ext>
                </a:extLst>
              </a:tr>
              <a:tr h="652598">
                <a:tc>
                  <a:txBody>
                    <a:bodyPr/>
                    <a:lstStyle/>
                    <a:p>
                      <a:pPr indent="353060" algn="l">
                        <a:lnSpc>
                          <a:spcPct val="110000"/>
                        </a:lnSpc>
                        <a:spcAft>
                          <a:spcPts val="560"/>
                        </a:spcAft>
                      </a:pPr>
                      <a:r>
                        <a:rPr lang="fr-FR" sz="1200" dirty="0">
                          <a:effectLst/>
                        </a:rPr>
                        <a:t>Carte Mère</a:t>
                      </a:r>
                      <a:endParaRPr lang="fr-FR" sz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9468" marR="39468" marT="0" marB="0" anchor="ctr"/>
                </a:tc>
                <a:tc>
                  <a:txBody>
                    <a:bodyPr/>
                    <a:lstStyle/>
                    <a:p>
                      <a:pPr indent="353060" algn="ctr">
                        <a:lnSpc>
                          <a:spcPct val="110000"/>
                        </a:lnSpc>
                        <a:spcAft>
                          <a:spcPts val="560"/>
                        </a:spcAft>
                      </a:pPr>
                      <a:r>
                        <a:rPr lang="fr-FR" sz="1200">
                          <a:effectLst/>
                        </a:rPr>
                        <a:t>FT9-0 &amp; FT9-1</a:t>
                      </a:r>
                      <a:endParaRPr lang="fr-FR" sz="12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9468" marR="39468" marT="0" marB="0" anchor="ctr"/>
                </a:tc>
                <a:tc>
                  <a:txBody>
                    <a:bodyPr/>
                    <a:lstStyle/>
                    <a:p>
                      <a:pPr indent="353060" algn="ctr">
                        <a:lnSpc>
                          <a:spcPct val="110000"/>
                        </a:lnSpc>
                        <a:spcAft>
                          <a:spcPts val="560"/>
                        </a:spcAft>
                      </a:pPr>
                      <a:r>
                        <a:rPr lang="fr-FR" sz="1200">
                          <a:effectLst/>
                        </a:rPr>
                        <a:t>Tests de fonctionnement</a:t>
                      </a:r>
                      <a:endParaRPr lang="fr-FR" sz="12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9468" marR="39468" marT="0" marB="0" anchor="ctr"/>
                </a:tc>
                <a:tc>
                  <a:txBody>
                    <a:bodyPr/>
                    <a:lstStyle/>
                    <a:p>
                      <a:pPr indent="353060" algn="ctr">
                        <a:lnSpc>
                          <a:spcPct val="110000"/>
                        </a:lnSpc>
                        <a:spcAft>
                          <a:spcPts val="560"/>
                        </a:spcAft>
                      </a:pPr>
                      <a:r>
                        <a:rPr lang="fr-FR" sz="1200">
                          <a:effectLst/>
                        </a:rPr>
                        <a:t>Bonne modularité et absence de court-circuit</a:t>
                      </a:r>
                      <a:endParaRPr lang="fr-FR" sz="12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9468" marR="39468" marT="0" marB="0" anchor="ctr"/>
                </a:tc>
                <a:tc>
                  <a:txBody>
                    <a:bodyPr/>
                    <a:lstStyle/>
                    <a:p>
                      <a:pPr indent="353060" algn="ctr">
                        <a:lnSpc>
                          <a:spcPct val="110000"/>
                        </a:lnSpc>
                        <a:spcAft>
                          <a:spcPts val="560"/>
                        </a:spcAft>
                      </a:pPr>
                      <a:r>
                        <a:rPr lang="fr-FR" sz="1200" dirty="0">
                          <a:effectLst/>
                          <a:highlight>
                            <a:srgbClr val="00FF00"/>
                          </a:highlight>
                        </a:rPr>
                        <a:t>Fonctionnel</a:t>
                      </a:r>
                      <a:endParaRPr lang="fr-FR" sz="1200" dirty="0">
                        <a:solidFill>
                          <a:srgbClr val="000000"/>
                        </a:solidFill>
                        <a:effectLst/>
                        <a:highlight>
                          <a:srgbClr val="00FF00"/>
                        </a:highlight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9468" marR="39468" marT="0" marB="0" anchor="ctr"/>
                </a:tc>
                <a:tc>
                  <a:txBody>
                    <a:bodyPr/>
                    <a:lstStyle/>
                    <a:p>
                      <a:pPr indent="353060" algn="ctr">
                        <a:lnSpc>
                          <a:spcPct val="110000"/>
                        </a:lnSpc>
                        <a:spcAft>
                          <a:spcPts val="560"/>
                        </a:spcAft>
                      </a:pPr>
                      <a:r>
                        <a:rPr lang="fr-FR" sz="1200">
                          <a:effectLst/>
                        </a:rPr>
                        <a:t>Aucune</a:t>
                      </a:r>
                      <a:endParaRPr lang="fr-FR" sz="12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9468" marR="39468" marT="0" marB="0" anchor="ctr"/>
                </a:tc>
                <a:extLst>
                  <a:ext uri="{0D108BD9-81ED-4DB2-BD59-A6C34878D82A}">
                    <a16:rowId xmlns:a16="http://schemas.microsoft.com/office/drawing/2014/main" val="1181388446"/>
                  </a:ext>
                </a:extLst>
              </a:tr>
              <a:tr h="652598">
                <a:tc>
                  <a:txBody>
                    <a:bodyPr/>
                    <a:lstStyle/>
                    <a:p>
                      <a:pPr indent="353060" algn="l">
                        <a:lnSpc>
                          <a:spcPct val="110000"/>
                        </a:lnSpc>
                        <a:spcAft>
                          <a:spcPts val="560"/>
                        </a:spcAft>
                      </a:pPr>
                      <a:r>
                        <a:rPr lang="fr-FR" sz="1200" dirty="0">
                          <a:effectLst/>
                        </a:rPr>
                        <a:t>Entrée Audio Analogique</a:t>
                      </a:r>
                      <a:endParaRPr lang="fr-FR" sz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9468" marR="39468" marT="0" marB="0" anchor="ctr"/>
                </a:tc>
                <a:tc>
                  <a:txBody>
                    <a:bodyPr/>
                    <a:lstStyle/>
                    <a:p>
                      <a:pPr indent="353060" algn="ctr">
                        <a:lnSpc>
                          <a:spcPct val="110000"/>
                        </a:lnSpc>
                        <a:spcAft>
                          <a:spcPts val="560"/>
                        </a:spcAft>
                      </a:pPr>
                      <a:r>
                        <a:rPr lang="fr-FR" sz="1200">
                          <a:effectLst/>
                        </a:rPr>
                        <a:t>FT2-0</a:t>
                      </a:r>
                      <a:endParaRPr lang="fr-FR" sz="12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9468" marR="39468" marT="0" marB="0" anchor="ctr"/>
                </a:tc>
                <a:tc>
                  <a:txBody>
                    <a:bodyPr/>
                    <a:lstStyle/>
                    <a:p>
                      <a:pPr indent="353060" algn="ctr">
                        <a:lnSpc>
                          <a:spcPct val="110000"/>
                        </a:lnSpc>
                        <a:spcAft>
                          <a:spcPts val="560"/>
                        </a:spcAft>
                      </a:pPr>
                      <a:r>
                        <a:rPr lang="fr-FR" sz="1200">
                          <a:effectLst/>
                        </a:rPr>
                        <a:t>Test de pré-amplification et filtrage</a:t>
                      </a:r>
                      <a:endParaRPr lang="fr-FR" sz="12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9468" marR="39468" marT="0" marB="0" anchor="ctr"/>
                </a:tc>
                <a:tc>
                  <a:txBody>
                    <a:bodyPr/>
                    <a:lstStyle/>
                    <a:p>
                      <a:pPr indent="353060" algn="ctr">
                        <a:lnSpc>
                          <a:spcPct val="110000"/>
                        </a:lnSpc>
                        <a:spcAft>
                          <a:spcPts val="560"/>
                        </a:spcAft>
                      </a:pPr>
                      <a:r>
                        <a:rPr lang="fr-FR" sz="1200">
                          <a:effectLst/>
                        </a:rPr>
                        <a:t>Amplification correcte, atténuation bruit</a:t>
                      </a:r>
                      <a:endParaRPr lang="fr-FR" sz="12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9468" marR="39468" marT="0" marB="0" anchor="ctr"/>
                </a:tc>
                <a:tc>
                  <a:txBody>
                    <a:bodyPr/>
                    <a:lstStyle/>
                    <a:p>
                      <a:pPr indent="353060" algn="ctr">
                        <a:lnSpc>
                          <a:spcPct val="110000"/>
                        </a:lnSpc>
                        <a:spcAft>
                          <a:spcPts val="560"/>
                        </a:spcAft>
                      </a:pPr>
                      <a:r>
                        <a:rPr lang="fr-FR" sz="1200" dirty="0">
                          <a:effectLst/>
                          <a:highlight>
                            <a:srgbClr val="00FF00"/>
                          </a:highlight>
                        </a:rPr>
                        <a:t>Fonctionnel</a:t>
                      </a:r>
                      <a:endParaRPr lang="fr-FR" sz="1200" dirty="0">
                        <a:solidFill>
                          <a:srgbClr val="000000"/>
                        </a:solidFill>
                        <a:effectLst/>
                        <a:highlight>
                          <a:srgbClr val="00FF00"/>
                        </a:highlight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9468" marR="39468" marT="0" marB="0" anchor="ctr"/>
                </a:tc>
                <a:tc>
                  <a:txBody>
                    <a:bodyPr/>
                    <a:lstStyle/>
                    <a:p>
                      <a:pPr indent="353060" algn="ctr">
                        <a:lnSpc>
                          <a:spcPct val="110000"/>
                        </a:lnSpc>
                        <a:spcAft>
                          <a:spcPts val="560"/>
                        </a:spcAft>
                      </a:pPr>
                      <a:r>
                        <a:rPr lang="fr-FR" sz="1200">
                          <a:effectLst/>
                        </a:rPr>
                        <a:t>Aucune</a:t>
                      </a:r>
                      <a:endParaRPr lang="fr-FR" sz="12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9468" marR="39468" marT="0" marB="0" anchor="ctr"/>
                </a:tc>
                <a:extLst>
                  <a:ext uri="{0D108BD9-81ED-4DB2-BD59-A6C34878D82A}">
                    <a16:rowId xmlns:a16="http://schemas.microsoft.com/office/drawing/2014/main" val="1544463315"/>
                  </a:ext>
                </a:extLst>
              </a:tr>
              <a:tr h="501596">
                <a:tc>
                  <a:txBody>
                    <a:bodyPr/>
                    <a:lstStyle/>
                    <a:p>
                      <a:pPr indent="353060" algn="l">
                        <a:lnSpc>
                          <a:spcPct val="110000"/>
                        </a:lnSpc>
                        <a:spcAft>
                          <a:spcPts val="560"/>
                        </a:spcAft>
                      </a:pPr>
                      <a:r>
                        <a:rPr lang="fr-FR" sz="1200" dirty="0">
                          <a:effectLst/>
                        </a:rPr>
                        <a:t> </a:t>
                      </a:r>
                      <a:endParaRPr lang="fr-FR" sz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9468" marR="39468" marT="0" marB="0" anchor="ctr"/>
                </a:tc>
                <a:tc>
                  <a:txBody>
                    <a:bodyPr/>
                    <a:lstStyle/>
                    <a:p>
                      <a:pPr indent="353060" algn="ctr">
                        <a:lnSpc>
                          <a:spcPct val="110000"/>
                        </a:lnSpc>
                        <a:spcAft>
                          <a:spcPts val="560"/>
                        </a:spcAft>
                      </a:pPr>
                      <a:r>
                        <a:rPr lang="fr-FR" sz="1200">
                          <a:effectLst/>
                        </a:rPr>
                        <a:t>FT2-1</a:t>
                      </a:r>
                      <a:endParaRPr lang="fr-FR" sz="12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9468" marR="39468" marT="0" marB="0" anchor="ctr"/>
                </a:tc>
                <a:tc>
                  <a:txBody>
                    <a:bodyPr/>
                    <a:lstStyle/>
                    <a:p>
                      <a:pPr indent="353060" algn="ctr">
                        <a:lnSpc>
                          <a:spcPct val="110000"/>
                        </a:lnSpc>
                        <a:spcAft>
                          <a:spcPts val="560"/>
                        </a:spcAft>
                      </a:pPr>
                      <a:r>
                        <a:rPr lang="fr-FR" sz="1200">
                          <a:effectLst/>
                        </a:rPr>
                        <a:t>Test de régulation du gain</a:t>
                      </a:r>
                      <a:endParaRPr lang="fr-FR" sz="12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9468" marR="39468" marT="0" marB="0" anchor="ctr"/>
                </a:tc>
                <a:tc>
                  <a:txBody>
                    <a:bodyPr/>
                    <a:lstStyle/>
                    <a:p>
                      <a:pPr indent="353060" algn="ctr">
                        <a:lnSpc>
                          <a:spcPct val="110000"/>
                        </a:lnSpc>
                        <a:spcAft>
                          <a:spcPts val="560"/>
                        </a:spcAft>
                      </a:pPr>
                      <a:r>
                        <a:rPr lang="fr-FR" sz="1200">
                          <a:effectLst/>
                        </a:rPr>
                        <a:t>Variation du gain conforme aux attentes</a:t>
                      </a:r>
                      <a:endParaRPr lang="fr-FR" sz="12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9468" marR="39468" marT="0" marB="0" anchor="ctr"/>
                </a:tc>
                <a:tc>
                  <a:txBody>
                    <a:bodyPr/>
                    <a:lstStyle/>
                    <a:p>
                      <a:pPr indent="353060" algn="ctr">
                        <a:lnSpc>
                          <a:spcPct val="110000"/>
                        </a:lnSpc>
                        <a:spcAft>
                          <a:spcPts val="560"/>
                        </a:spcAft>
                      </a:pPr>
                      <a:r>
                        <a:rPr lang="fr-FR" sz="1200" dirty="0">
                          <a:effectLst/>
                          <a:highlight>
                            <a:srgbClr val="00FF00"/>
                          </a:highlight>
                        </a:rPr>
                        <a:t>Fonctionnel</a:t>
                      </a:r>
                      <a:endParaRPr lang="fr-FR" sz="1200" dirty="0">
                        <a:solidFill>
                          <a:srgbClr val="000000"/>
                        </a:solidFill>
                        <a:effectLst/>
                        <a:highlight>
                          <a:srgbClr val="00FF00"/>
                        </a:highlight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9468" marR="39468" marT="0" marB="0" anchor="ctr"/>
                </a:tc>
                <a:tc>
                  <a:txBody>
                    <a:bodyPr/>
                    <a:lstStyle/>
                    <a:p>
                      <a:pPr indent="353060" algn="ctr">
                        <a:lnSpc>
                          <a:spcPct val="110000"/>
                        </a:lnSpc>
                        <a:spcAft>
                          <a:spcPts val="560"/>
                        </a:spcAft>
                      </a:pPr>
                      <a:r>
                        <a:rPr lang="fr-FR" sz="1200">
                          <a:effectLst/>
                        </a:rPr>
                        <a:t>Aucune</a:t>
                      </a:r>
                      <a:endParaRPr lang="fr-FR" sz="12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9468" marR="39468" marT="0" marB="0" anchor="ctr"/>
                </a:tc>
                <a:extLst>
                  <a:ext uri="{0D108BD9-81ED-4DB2-BD59-A6C34878D82A}">
                    <a16:rowId xmlns:a16="http://schemas.microsoft.com/office/drawing/2014/main" val="3182373154"/>
                  </a:ext>
                </a:extLst>
              </a:tr>
              <a:tr h="431374">
                <a:tc>
                  <a:txBody>
                    <a:bodyPr/>
                    <a:lstStyle/>
                    <a:p>
                      <a:pPr indent="353060" algn="l">
                        <a:lnSpc>
                          <a:spcPct val="110000"/>
                        </a:lnSpc>
                        <a:spcAft>
                          <a:spcPts val="560"/>
                        </a:spcAft>
                      </a:pPr>
                      <a:r>
                        <a:rPr lang="fr-FR" sz="1200" dirty="0">
                          <a:effectLst/>
                        </a:rPr>
                        <a:t> </a:t>
                      </a:r>
                      <a:endParaRPr lang="fr-FR" sz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9468" marR="39468" marT="0" marB="0" anchor="ctr"/>
                </a:tc>
                <a:tc>
                  <a:txBody>
                    <a:bodyPr/>
                    <a:lstStyle/>
                    <a:p>
                      <a:pPr indent="353060" algn="ctr">
                        <a:lnSpc>
                          <a:spcPct val="110000"/>
                        </a:lnSpc>
                        <a:spcAft>
                          <a:spcPts val="560"/>
                        </a:spcAft>
                      </a:pPr>
                      <a:r>
                        <a:rPr lang="fr-FR" sz="1200">
                          <a:effectLst/>
                        </a:rPr>
                        <a:t>FT2-2</a:t>
                      </a:r>
                      <a:endParaRPr lang="fr-FR" sz="12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9468" marR="39468" marT="0" marB="0" anchor="ctr"/>
                </a:tc>
                <a:tc>
                  <a:txBody>
                    <a:bodyPr/>
                    <a:lstStyle/>
                    <a:p>
                      <a:pPr indent="353060" algn="ctr">
                        <a:lnSpc>
                          <a:spcPct val="110000"/>
                        </a:lnSpc>
                        <a:spcAft>
                          <a:spcPts val="560"/>
                        </a:spcAft>
                      </a:pPr>
                      <a:r>
                        <a:rPr lang="fr-FR" sz="1200">
                          <a:effectLst/>
                        </a:rPr>
                        <a:t>Test de décalage (offset)</a:t>
                      </a:r>
                      <a:endParaRPr lang="fr-FR" sz="12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9468" marR="39468" marT="0" marB="0" anchor="ctr"/>
                </a:tc>
                <a:tc>
                  <a:txBody>
                    <a:bodyPr/>
                    <a:lstStyle/>
                    <a:p>
                      <a:pPr indent="353060" algn="ctr">
                        <a:lnSpc>
                          <a:spcPct val="110000"/>
                        </a:lnSpc>
                        <a:spcAft>
                          <a:spcPts val="560"/>
                        </a:spcAft>
                      </a:pPr>
                      <a:r>
                        <a:rPr lang="fr-FR" sz="1200">
                          <a:effectLst/>
                        </a:rPr>
                        <a:t>Offset réglable et stable</a:t>
                      </a:r>
                      <a:endParaRPr lang="fr-FR" sz="12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9468" marR="39468" marT="0" marB="0" anchor="ctr"/>
                </a:tc>
                <a:tc>
                  <a:txBody>
                    <a:bodyPr/>
                    <a:lstStyle/>
                    <a:p>
                      <a:pPr indent="353060" algn="ctr">
                        <a:lnSpc>
                          <a:spcPct val="110000"/>
                        </a:lnSpc>
                        <a:spcAft>
                          <a:spcPts val="560"/>
                        </a:spcAft>
                      </a:pPr>
                      <a:r>
                        <a:rPr lang="fr-FR" sz="1200" dirty="0">
                          <a:effectLst/>
                          <a:highlight>
                            <a:srgbClr val="00FF00"/>
                          </a:highlight>
                        </a:rPr>
                        <a:t>Fonctionnel</a:t>
                      </a:r>
                      <a:endParaRPr lang="fr-FR" sz="1200" dirty="0">
                        <a:solidFill>
                          <a:srgbClr val="000000"/>
                        </a:solidFill>
                        <a:effectLst/>
                        <a:highlight>
                          <a:srgbClr val="00FF00"/>
                        </a:highlight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9468" marR="39468" marT="0" marB="0" anchor="ctr"/>
                </a:tc>
                <a:tc>
                  <a:txBody>
                    <a:bodyPr/>
                    <a:lstStyle/>
                    <a:p>
                      <a:pPr indent="353060" algn="ctr">
                        <a:lnSpc>
                          <a:spcPct val="110000"/>
                        </a:lnSpc>
                        <a:spcAft>
                          <a:spcPts val="560"/>
                        </a:spcAft>
                      </a:pPr>
                      <a:r>
                        <a:rPr lang="fr-FR" sz="1200">
                          <a:effectLst/>
                        </a:rPr>
                        <a:t>Aucune</a:t>
                      </a:r>
                      <a:endParaRPr lang="fr-FR" sz="12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9468" marR="39468" marT="0" marB="0" anchor="ctr"/>
                </a:tc>
                <a:extLst>
                  <a:ext uri="{0D108BD9-81ED-4DB2-BD59-A6C34878D82A}">
                    <a16:rowId xmlns:a16="http://schemas.microsoft.com/office/drawing/2014/main" val="1747697040"/>
                  </a:ext>
                </a:extLst>
              </a:tr>
              <a:tr h="873822">
                <a:tc>
                  <a:txBody>
                    <a:bodyPr/>
                    <a:lstStyle/>
                    <a:p>
                      <a:pPr indent="353060" algn="l">
                        <a:lnSpc>
                          <a:spcPct val="110000"/>
                        </a:lnSpc>
                        <a:spcAft>
                          <a:spcPts val="560"/>
                        </a:spcAft>
                      </a:pPr>
                      <a:r>
                        <a:rPr lang="fr-FR" sz="1200" dirty="0">
                          <a:effectLst/>
                        </a:rPr>
                        <a:t> </a:t>
                      </a:r>
                      <a:endParaRPr lang="fr-FR" sz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9468" marR="39468" marT="0" marB="0" anchor="ctr"/>
                </a:tc>
                <a:tc>
                  <a:txBody>
                    <a:bodyPr/>
                    <a:lstStyle/>
                    <a:p>
                      <a:pPr indent="353060" algn="ctr">
                        <a:lnSpc>
                          <a:spcPct val="110000"/>
                        </a:lnSpc>
                        <a:spcAft>
                          <a:spcPts val="560"/>
                        </a:spcAft>
                      </a:pPr>
                      <a:r>
                        <a:rPr lang="fr-FR" sz="1200">
                          <a:effectLst/>
                        </a:rPr>
                        <a:t>FT3-0</a:t>
                      </a:r>
                      <a:endParaRPr lang="fr-FR" sz="12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9468" marR="39468" marT="0" marB="0" anchor="ctr"/>
                </a:tc>
                <a:tc>
                  <a:txBody>
                    <a:bodyPr/>
                    <a:lstStyle/>
                    <a:p>
                      <a:pPr indent="353060" algn="ctr">
                        <a:lnSpc>
                          <a:spcPct val="110000"/>
                        </a:lnSpc>
                        <a:spcAft>
                          <a:spcPts val="560"/>
                        </a:spcAft>
                      </a:pPr>
                      <a:r>
                        <a:rPr lang="fr-FR" sz="1200">
                          <a:effectLst/>
                        </a:rPr>
                        <a:t>Conversion analogique-numérique (ADC)</a:t>
                      </a:r>
                      <a:endParaRPr lang="fr-FR" sz="12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9468" marR="39468" marT="0" marB="0" anchor="ctr"/>
                </a:tc>
                <a:tc>
                  <a:txBody>
                    <a:bodyPr/>
                    <a:lstStyle/>
                    <a:p>
                      <a:pPr indent="353060" algn="ctr">
                        <a:lnSpc>
                          <a:spcPct val="110000"/>
                        </a:lnSpc>
                        <a:spcAft>
                          <a:spcPts val="560"/>
                        </a:spcAft>
                      </a:pPr>
                      <a:r>
                        <a:rPr lang="fr-FR" sz="1200" dirty="0">
                          <a:effectLst/>
                        </a:rPr>
                        <a:t>Résolution entre 12 et 24 bits, échantillonnage à 44,1 kHz</a:t>
                      </a:r>
                      <a:endParaRPr lang="fr-FR" sz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9468" marR="39468" marT="0" marB="0" anchor="ctr"/>
                </a:tc>
                <a:tc>
                  <a:txBody>
                    <a:bodyPr/>
                    <a:lstStyle/>
                    <a:p>
                      <a:pPr indent="353060" algn="ctr">
                        <a:lnSpc>
                          <a:spcPct val="110000"/>
                        </a:lnSpc>
                        <a:spcAft>
                          <a:spcPts val="560"/>
                        </a:spcAft>
                      </a:pPr>
                      <a:r>
                        <a:rPr lang="fr-FR" sz="1200" dirty="0">
                          <a:effectLst/>
                          <a:highlight>
                            <a:srgbClr val="00FF00"/>
                          </a:highlight>
                        </a:rPr>
                        <a:t>Fonctionnel</a:t>
                      </a:r>
                      <a:endParaRPr lang="fr-FR" sz="1200" dirty="0">
                        <a:solidFill>
                          <a:srgbClr val="000000"/>
                        </a:solidFill>
                        <a:effectLst/>
                        <a:highlight>
                          <a:srgbClr val="00FF00"/>
                        </a:highlight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9468" marR="39468" marT="0" marB="0" anchor="ctr"/>
                </a:tc>
                <a:tc>
                  <a:txBody>
                    <a:bodyPr/>
                    <a:lstStyle/>
                    <a:p>
                      <a:pPr indent="353060" algn="ctr">
                        <a:lnSpc>
                          <a:spcPct val="110000"/>
                        </a:lnSpc>
                        <a:spcAft>
                          <a:spcPts val="560"/>
                        </a:spcAft>
                      </a:pPr>
                      <a:r>
                        <a:rPr lang="fr-FR" sz="1200">
                          <a:effectLst/>
                        </a:rPr>
                        <a:t>Aucune</a:t>
                      </a:r>
                      <a:endParaRPr lang="fr-FR" sz="12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9468" marR="39468" marT="0" marB="0" anchor="ctr"/>
                </a:tc>
                <a:extLst>
                  <a:ext uri="{0D108BD9-81ED-4DB2-BD59-A6C34878D82A}">
                    <a16:rowId xmlns:a16="http://schemas.microsoft.com/office/drawing/2014/main" val="384029787"/>
                  </a:ext>
                </a:extLst>
              </a:tr>
              <a:tr h="652598">
                <a:tc>
                  <a:txBody>
                    <a:bodyPr/>
                    <a:lstStyle/>
                    <a:p>
                      <a:pPr indent="353060" algn="l">
                        <a:lnSpc>
                          <a:spcPct val="110000"/>
                        </a:lnSpc>
                        <a:spcAft>
                          <a:spcPts val="560"/>
                        </a:spcAft>
                      </a:pPr>
                      <a:r>
                        <a:rPr lang="fr-FR" sz="1200" dirty="0">
                          <a:effectLst/>
                        </a:rPr>
                        <a:t>Entrée Audio Numérique</a:t>
                      </a:r>
                      <a:endParaRPr lang="fr-FR" sz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9468" marR="39468" marT="0" marB="0" anchor="ctr"/>
                </a:tc>
                <a:tc>
                  <a:txBody>
                    <a:bodyPr/>
                    <a:lstStyle/>
                    <a:p>
                      <a:pPr indent="353060" algn="ctr">
                        <a:lnSpc>
                          <a:spcPct val="110000"/>
                        </a:lnSpc>
                        <a:spcAft>
                          <a:spcPts val="560"/>
                        </a:spcAft>
                      </a:pPr>
                      <a:r>
                        <a:rPr lang="fr-FR" sz="1200">
                          <a:effectLst/>
                        </a:rPr>
                        <a:t>FT1-0</a:t>
                      </a:r>
                      <a:endParaRPr lang="fr-FR" sz="12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9468" marR="39468" marT="0" marB="0" anchor="ctr"/>
                </a:tc>
                <a:tc>
                  <a:txBody>
                    <a:bodyPr/>
                    <a:lstStyle/>
                    <a:p>
                      <a:pPr indent="353060" algn="ctr">
                        <a:lnSpc>
                          <a:spcPct val="110000"/>
                        </a:lnSpc>
                        <a:spcAft>
                          <a:spcPts val="560"/>
                        </a:spcAft>
                      </a:pPr>
                      <a:r>
                        <a:rPr lang="fr-FR" sz="1200">
                          <a:effectLst/>
                        </a:rPr>
                        <a:t>Test de réception MIDI</a:t>
                      </a:r>
                      <a:endParaRPr lang="fr-FR" sz="12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9468" marR="39468" marT="0" marB="0" anchor="ctr"/>
                </a:tc>
                <a:tc>
                  <a:txBody>
                    <a:bodyPr/>
                    <a:lstStyle/>
                    <a:p>
                      <a:pPr indent="353060" algn="ctr">
                        <a:lnSpc>
                          <a:spcPct val="110000"/>
                        </a:lnSpc>
                        <a:spcAft>
                          <a:spcPts val="560"/>
                        </a:spcAft>
                      </a:pPr>
                      <a:r>
                        <a:rPr lang="fr-FR" sz="1200">
                          <a:effectLst/>
                        </a:rPr>
                        <a:t>Réception des messages MIDI sans erreur</a:t>
                      </a:r>
                      <a:endParaRPr lang="fr-FR" sz="12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9468" marR="39468" marT="0" marB="0" anchor="ctr"/>
                </a:tc>
                <a:tc>
                  <a:txBody>
                    <a:bodyPr/>
                    <a:lstStyle/>
                    <a:p>
                      <a:pPr indent="353060" algn="ctr">
                        <a:lnSpc>
                          <a:spcPct val="110000"/>
                        </a:lnSpc>
                        <a:spcAft>
                          <a:spcPts val="560"/>
                        </a:spcAft>
                      </a:pPr>
                      <a:r>
                        <a:rPr lang="fr-FR" sz="1200" dirty="0">
                          <a:effectLst/>
                          <a:highlight>
                            <a:srgbClr val="00FF00"/>
                          </a:highlight>
                        </a:rPr>
                        <a:t>Fonctionnel</a:t>
                      </a:r>
                      <a:endParaRPr lang="fr-FR" sz="1200" dirty="0">
                        <a:solidFill>
                          <a:srgbClr val="000000"/>
                        </a:solidFill>
                        <a:effectLst/>
                        <a:highlight>
                          <a:srgbClr val="00FF00"/>
                        </a:highlight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9468" marR="39468" marT="0" marB="0" anchor="ctr"/>
                </a:tc>
                <a:tc>
                  <a:txBody>
                    <a:bodyPr/>
                    <a:lstStyle/>
                    <a:p>
                      <a:pPr indent="353060" algn="ctr">
                        <a:lnSpc>
                          <a:spcPct val="110000"/>
                        </a:lnSpc>
                        <a:spcAft>
                          <a:spcPts val="560"/>
                        </a:spcAft>
                      </a:pPr>
                      <a:r>
                        <a:rPr lang="fr-FR" sz="1200">
                          <a:effectLst/>
                        </a:rPr>
                        <a:t>Aucune</a:t>
                      </a:r>
                      <a:endParaRPr lang="fr-FR" sz="12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9468" marR="39468" marT="0" marB="0" anchor="ctr"/>
                </a:tc>
                <a:extLst>
                  <a:ext uri="{0D108BD9-81ED-4DB2-BD59-A6C34878D82A}">
                    <a16:rowId xmlns:a16="http://schemas.microsoft.com/office/drawing/2014/main" val="2352121853"/>
                  </a:ext>
                </a:extLst>
              </a:tr>
              <a:tr h="431374">
                <a:tc>
                  <a:txBody>
                    <a:bodyPr/>
                    <a:lstStyle/>
                    <a:p>
                      <a:pPr indent="353060" algn="ctr">
                        <a:lnSpc>
                          <a:spcPct val="110000"/>
                        </a:lnSpc>
                        <a:spcAft>
                          <a:spcPts val="560"/>
                        </a:spcAft>
                      </a:pPr>
                      <a:r>
                        <a:rPr lang="fr-FR" sz="1200" dirty="0">
                          <a:effectLst/>
                        </a:rPr>
                        <a:t> </a:t>
                      </a:r>
                      <a:endParaRPr lang="fr-FR" sz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9468" marR="39468" marT="0" marB="0" anchor="ctr"/>
                </a:tc>
                <a:tc>
                  <a:txBody>
                    <a:bodyPr/>
                    <a:lstStyle/>
                    <a:p>
                      <a:pPr indent="353060" algn="ctr">
                        <a:lnSpc>
                          <a:spcPct val="110000"/>
                        </a:lnSpc>
                        <a:spcAft>
                          <a:spcPts val="560"/>
                        </a:spcAft>
                      </a:pPr>
                      <a:r>
                        <a:rPr lang="fr-FR" sz="1200">
                          <a:effectLst/>
                        </a:rPr>
                        <a:t>FT6</a:t>
                      </a:r>
                      <a:endParaRPr lang="fr-FR" sz="12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9468" marR="39468" marT="0" marB="0" anchor="ctr"/>
                </a:tc>
                <a:tc>
                  <a:txBody>
                    <a:bodyPr/>
                    <a:lstStyle/>
                    <a:p>
                      <a:pPr indent="353060" algn="ctr">
                        <a:lnSpc>
                          <a:spcPct val="110000"/>
                        </a:lnSpc>
                        <a:spcAft>
                          <a:spcPts val="560"/>
                        </a:spcAft>
                      </a:pPr>
                      <a:r>
                        <a:rPr lang="fr-FR" sz="1200" dirty="0">
                          <a:effectLst/>
                        </a:rPr>
                        <a:t>Synchronisation MIDI</a:t>
                      </a:r>
                      <a:endParaRPr lang="fr-FR" sz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9468" marR="39468" marT="0" marB="0" anchor="ctr"/>
                </a:tc>
                <a:tc>
                  <a:txBody>
                    <a:bodyPr/>
                    <a:lstStyle/>
                    <a:p>
                      <a:pPr indent="353060" algn="ctr">
                        <a:lnSpc>
                          <a:spcPct val="110000"/>
                        </a:lnSpc>
                        <a:spcAft>
                          <a:spcPts val="560"/>
                        </a:spcAft>
                      </a:pPr>
                      <a:r>
                        <a:rPr lang="fr-FR" sz="1200">
                          <a:effectLst/>
                        </a:rPr>
                        <a:t> </a:t>
                      </a:r>
                      <a:endParaRPr lang="fr-FR" sz="12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9468" marR="39468" marT="0" marB="0" anchor="ctr"/>
                </a:tc>
                <a:tc>
                  <a:txBody>
                    <a:bodyPr/>
                    <a:lstStyle/>
                    <a:p>
                      <a:pPr indent="353060" algn="ctr">
                        <a:lnSpc>
                          <a:spcPct val="110000"/>
                        </a:lnSpc>
                        <a:spcAft>
                          <a:spcPts val="560"/>
                        </a:spcAft>
                      </a:pPr>
                      <a:r>
                        <a:rPr lang="fr-FR" sz="1200">
                          <a:effectLst/>
                          <a:highlight>
                            <a:srgbClr val="BC5500"/>
                          </a:highlight>
                        </a:rPr>
                        <a:t>Non-disponible ou en cours</a:t>
                      </a:r>
                      <a:endParaRPr lang="fr-FR" sz="1200">
                        <a:solidFill>
                          <a:srgbClr val="000000"/>
                        </a:solidFill>
                        <a:effectLst/>
                        <a:highlight>
                          <a:srgbClr val="BC5500"/>
                        </a:highlight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9468" marR="39468" marT="0" marB="0" anchor="ctr"/>
                </a:tc>
                <a:tc>
                  <a:txBody>
                    <a:bodyPr/>
                    <a:lstStyle/>
                    <a:p>
                      <a:pPr indent="353060" algn="ctr">
                        <a:lnSpc>
                          <a:spcPct val="110000"/>
                        </a:lnSpc>
                        <a:spcAft>
                          <a:spcPts val="560"/>
                        </a:spcAft>
                      </a:pPr>
                      <a:r>
                        <a:rPr lang="fr-FR" sz="1200">
                          <a:effectLst/>
                        </a:rPr>
                        <a:t>Aucune</a:t>
                      </a:r>
                      <a:endParaRPr lang="fr-FR" sz="12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9468" marR="39468" marT="0" marB="0" anchor="ctr"/>
                </a:tc>
                <a:extLst>
                  <a:ext uri="{0D108BD9-81ED-4DB2-BD59-A6C34878D82A}">
                    <a16:rowId xmlns:a16="http://schemas.microsoft.com/office/drawing/2014/main" val="797447801"/>
                  </a:ext>
                </a:extLst>
              </a:tr>
              <a:tr h="652598">
                <a:tc>
                  <a:txBody>
                    <a:bodyPr/>
                    <a:lstStyle/>
                    <a:p>
                      <a:pPr indent="353060" algn="ctr">
                        <a:lnSpc>
                          <a:spcPct val="110000"/>
                        </a:lnSpc>
                        <a:spcAft>
                          <a:spcPts val="560"/>
                        </a:spcAft>
                      </a:pPr>
                      <a:r>
                        <a:rPr lang="fr-FR" sz="1200" dirty="0">
                          <a:effectLst/>
                        </a:rPr>
                        <a:t> </a:t>
                      </a:r>
                      <a:endParaRPr lang="fr-FR" sz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9468" marR="39468" marT="0" marB="0" anchor="ctr"/>
                </a:tc>
                <a:tc>
                  <a:txBody>
                    <a:bodyPr/>
                    <a:lstStyle/>
                    <a:p>
                      <a:pPr indent="353060" algn="ctr">
                        <a:lnSpc>
                          <a:spcPct val="110000"/>
                        </a:lnSpc>
                        <a:spcAft>
                          <a:spcPts val="560"/>
                        </a:spcAft>
                      </a:pPr>
                      <a:r>
                        <a:rPr lang="fr-FR" sz="1200" dirty="0">
                          <a:effectLst/>
                        </a:rPr>
                        <a:t>FT3 -1</a:t>
                      </a:r>
                      <a:endParaRPr lang="fr-FR" sz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9468" marR="39468" marT="0" marB="0" anchor="ctr"/>
                </a:tc>
                <a:tc>
                  <a:txBody>
                    <a:bodyPr/>
                    <a:lstStyle/>
                    <a:p>
                      <a:pPr indent="353060" algn="ctr">
                        <a:lnSpc>
                          <a:spcPct val="110000"/>
                        </a:lnSpc>
                        <a:spcAft>
                          <a:spcPts val="560"/>
                        </a:spcAft>
                      </a:pPr>
                      <a:r>
                        <a:rPr lang="fr-FR" sz="1200" dirty="0">
                          <a:effectLst/>
                        </a:rPr>
                        <a:t>Programme Conversion Analogique Numérique</a:t>
                      </a:r>
                      <a:endParaRPr lang="fr-FR" sz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9468" marR="39468" marT="0" marB="0" anchor="ctr"/>
                </a:tc>
                <a:tc>
                  <a:txBody>
                    <a:bodyPr/>
                    <a:lstStyle/>
                    <a:p>
                      <a:pPr indent="353060" algn="ctr">
                        <a:lnSpc>
                          <a:spcPct val="110000"/>
                        </a:lnSpc>
                        <a:spcAft>
                          <a:spcPts val="560"/>
                        </a:spcAft>
                      </a:pPr>
                      <a:r>
                        <a:rPr lang="fr-FR" sz="1200" dirty="0">
                          <a:effectLst/>
                        </a:rPr>
                        <a:t> </a:t>
                      </a:r>
                      <a:endParaRPr lang="fr-FR" sz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9468" marR="39468" marT="0" marB="0" anchor="ctr"/>
                </a:tc>
                <a:tc>
                  <a:txBody>
                    <a:bodyPr/>
                    <a:lstStyle/>
                    <a:p>
                      <a:pPr indent="353060" algn="ctr">
                        <a:lnSpc>
                          <a:spcPct val="110000"/>
                        </a:lnSpc>
                        <a:spcAft>
                          <a:spcPts val="560"/>
                        </a:spcAft>
                      </a:pPr>
                      <a:r>
                        <a:rPr lang="fr-FR" sz="1200" dirty="0">
                          <a:effectLst/>
                          <a:highlight>
                            <a:srgbClr val="BC5500"/>
                          </a:highlight>
                        </a:rPr>
                        <a:t>Non-disponible ou en cours</a:t>
                      </a:r>
                      <a:endParaRPr lang="fr-FR" sz="1200" dirty="0">
                        <a:solidFill>
                          <a:srgbClr val="000000"/>
                        </a:solidFill>
                        <a:effectLst/>
                        <a:highlight>
                          <a:srgbClr val="BC5500"/>
                        </a:highlight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9468" marR="39468" marT="0" marB="0" anchor="ctr"/>
                </a:tc>
                <a:tc>
                  <a:txBody>
                    <a:bodyPr/>
                    <a:lstStyle/>
                    <a:p>
                      <a:pPr indent="353060" algn="ctr">
                        <a:lnSpc>
                          <a:spcPct val="110000"/>
                        </a:lnSpc>
                        <a:spcAft>
                          <a:spcPts val="560"/>
                        </a:spcAft>
                      </a:pPr>
                      <a:r>
                        <a:rPr lang="fr-FR" sz="1200" dirty="0">
                          <a:effectLst/>
                        </a:rPr>
                        <a:t>Aucune</a:t>
                      </a:r>
                      <a:endParaRPr lang="fr-FR" sz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9468" marR="39468" marT="0" marB="0" anchor="ctr"/>
                </a:tc>
                <a:extLst>
                  <a:ext uri="{0D108BD9-81ED-4DB2-BD59-A6C34878D82A}">
                    <a16:rowId xmlns:a16="http://schemas.microsoft.com/office/drawing/2014/main" val="822534849"/>
                  </a:ext>
                </a:extLst>
              </a:tr>
            </a:tbl>
          </a:graphicData>
        </a:graphic>
      </p:graphicFrame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32A0539-D53B-F5C5-D89A-CD58A8E85A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F8D90C-592A-4BB3-869D-943E473FE966}" type="datetime1">
              <a:rPr lang="fr-FR" smtClean="0"/>
              <a:t>01/05/2025</a:t>
            </a:fld>
            <a:endParaRPr lang="fr-FR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B837DA7-FE7F-374E-6D9D-170844107C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C014DD1E-5D91-48A3-AD6D-45FBA980D106}" type="slidenum">
              <a:rPr lang="fr-FR" sz="2000" smtClean="0"/>
              <a:pPr algn="r"/>
              <a:t>12</a:t>
            </a:fld>
            <a:endParaRPr lang="fr-FR" dirty="0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3BD6721C-F990-3993-8FD9-6B0ACBD0D1BD}"/>
              </a:ext>
            </a:extLst>
          </p:cNvPr>
          <p:cNvSpPr txBox="1">
            <a:spLocks/>
          </p:cNvSpPr>
          <p:nvPr/>
        </p:nvSpPr>
        <p:spPr>
          <a:xfrm>
            <a:off x="914161" y="-228425"/>
            <a:ext cx="10665223" cy="1223963"/>
          </a:xfrm>
          <a:prstGeom prst="rect">
            <a:avLst/>
          </a:prstGeom>
        </p:spPr>
        <p:txBody>
          <a:bodyPr vert="horz" lIns="121899" tIns="60949" rIns="121899" bIns="60949" rtlCol="0" anchor="b">
            <a:normAutofit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b="1" dirty="0">
                <a:solidFill>
                  <a:srgbClr val="009999"/>
                </a:solidFill>
                <a:latin typeface="Calibri" panose="020F0502020204030204" pitchFamily="34" charset="0"/>
              </a:rPr>
              <a:t>Synthèse globale des Teste et état actuelle de système</a:t>
            </a:r>
            <a:endParaRPr lang="fr-FR" b="1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139503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663FBFD-E3F2-8DA1-90E4-3CABCCCDF6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15734" y="1509192"/>
            <a:ext cx="5078677" cy="3454400"/>
          </a:xfrm>
        </p:spPr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3200" b="1" dirty="0"/>
              <a:t>Alimentations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fr-FR" sz="2000" dirty="0"/>
              <a:t>Tensions requises : +12V, -12V, 3.3V, 5V.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fr-FR" sz="2000" dirty="0"/>
              <a:t>Connexion aux connecteurs dédiés.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3200" b="1" dirty="0"/>
              <a:t>2. Connexions des Entrées Analogiques &amp; Numériques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fr-FR" sz="2000" b="1" dirty="0"/>
              <a:t>Sources Analogiques</a:t>
            </a:r>
            <a:r>
              <a:rPr lang="fr-FR" sz="2000" dirty="0"/>
              <a:t> : jack 3.5mm, sources audios.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fr-FR" sz="2000" b="1" dirty="0"/>
              <a:t>Signaux Numériques</a:t>
            </a:r>
            <a:r>
              <a:rPr lang="fr-FR" sz="2000" dirty="0"/>
              <a:t> : Niveau logique 3.3V pour le MIDI, jack 3.5mm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fr-FR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632B7EB-9050-2ADB-07E5-A487E6BD571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82444" y="1484784"/>
            <a:ext cx="5078677" cy="3454400"/>
          </a:xfrm>
        </p:spPr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3200" b="1" dirty="0"/>
              <a:t>3. Installation du Système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fr-FR" sz="2000" dirty="0"/>
              <a:t>Préparation de la carte SD.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fr-FR" sz="2000" dirty="0"/>
              <a:t>Installation de Raspberry Pi OS et des bibliothèques nécessaires.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fr-FR" sz="2000" dirty="0"/>
              <a:t>Démarrage de la Raspberry Pi avec le programme dédié.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3200" b="1" dirty="0"/>
              <a:t>4. Précautions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fr-FR" sz="2000" dirty="0"/>
              <a:t>Respect des niveaux de signal : +4 </a:t>
            </a:r>
            <a:r>
              <a:rPr lang="fr-FR" sz="2000" dirty="0" err="1"/>
              <a:t>dBu</a:t>
            </a:r>
            <a:r>
              <a:rPr lang="fr-FR" sz="2000" dirty="0"/>
              <a:t> (1.736V </a:t>
            </a:r>
            <a:r>
              <a:rPr lang="fr-FR" sz="2000" dirty="0" err="1"/>
              <a:t>peak</a:t>
            </a:r>
            <a:r>
              <a:rPr lang="fr-FR" sz="2000" dirty="0"/>
              <a:t>) pour l’analogique.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fr-FR" sz="2000" dirty="0"/>
              <a:t>Manipulation électrique uniquement système éteint.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fr-FR" sz="2000" dirty="0"/>
              <a:t>Suivi des schémas et consignes de sécurité.</a:t>
            </a:r>
            <a:endParaRPr lang="fr-FR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A648652-8111-9BA5-B2BD-2EA14DF781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F8D90C-592A-4BB3-869D-943E473FE966}" type="datetime1">
              <a:rPr lang="fr-FR" smtClean="0"/>
              <a:t>01/05/2025</a:t>
            </a:fld>
            <a:endParaRPr lang="fr-FR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C406960-190F-D2F7-5975-609E3B3967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C014DD1E-5D91-48A3-AD6D-45FBA980D106}" type="slidenum">
              <a:rPr lang="fr-FR" sz="2000" smtClean="0"/>
              <a:pPr algn="r"/>
              <a:t>13</a:t>
            </a:fld>
            <a:endParaRPr lang="fr-FR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04C11A7-DBAE-872B-B3ED-18291C0F54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161" y="-104109"/>
            <a:ext cx="10360501" cy="1223963"/>
          </a:xfrm>
        </p:spPr>
        <p:txBody>
          <a:bodyPr>
            <a:normAutofit/>
          </a:bodyPr>
          <a:lstStyle/>
          <a:p>
            <a:r>
              <a:rPr lang="fr-FR" sz="4400" b="1" dirty="0">
                <a:solidFill>
                  <a:schemeClr val="accent1"/>
                </a:solidFill>
              </a:rPr>
              <a:t>Implantation,</a:t>
            </a:r>
            <a:r>
              <a:rPr lang="en-US" sz="4400" dirty="0"/>
              <a:t> Checklist</a:t>
            </a:r>
            <a:endParaRPr lang="fr-FR" sz="4400" dirty="0"/>
          </a:p>
        </p:txBody>
      </p:sp>
    </p:spTree>
    <p:extLst>
      <p:ext uri="{BB962C8B-B14F-4D97-AF65-F5344CB8AC3E}">
        <p14:creationId xmlns:p14="http://schemas.microsoft.com/office/powerpoint/2010/main" val="29617527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FD07E9-0DA5-8E69-F1BA-1CFE945BFE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1F90C7-31EE-9AA1-8526-8B6663A5D6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83064" y="1321232"/>
            <a:ext cx="9635698" cy="4608512"/>
          </a:xfrm>
        </p:spPr>
        <p:txBody>
          <a:bodyPr/>
          <a:lstStyle/>
          <a:p>
            <a:pPr>
              <a:buNone/>
            </a:pPr>
            <a:r>
              <a:rPr lang="fr-FR" b="1" dirty="0"/>
              <a:t>Définition</a:t>
            </a:r>
            <a:r>
              <a:rPr lang="fr-FR" dirty="0"/>
              <a:t> :</a:t>
            </a:r>
            <a:br>
              <a:rPr lang="fr-FR" dirty="0"/>
            </a:br>
            <a:r>
              <a:rPr lang="fr-FR" dirty="0"/>
              <a:t>Intervention </a:t>
            </a:r>
            <a:r>
              <a:rPr lang="fr-FR" b="1" dirty="0"/>
              <a:t>anticipée</a:t>
            </a:r>
            <a:r>
              <a:rPr lang="fr-FR" dirty="0"/>
              <a:t> pour éviter l’apparition de pannes.</a:t>
            </a:r>
          </a:p>
          <a:p>
            <a:pPr>
              <a:buNone/>
            </a:pPr>
            <a:r>
              <a:rPr lang="fr-FR" b="1" dirty="0"/>
              <a:t>Actions réalisées</a:t>
            </a:r>
            <a:r>
              <a:rPr lang="fr-FR" dirty="0"/>
              <a:t> 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dirty="0"/>
              <a:t>Vérification régulière des connexions entre modules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dirty="0"/>
              <a:t>Inspection visuelle pour détecter usure ou corrosion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dirty="0"/>
              <a:t>Nettoyage des éléments sensibles</a:t>
            </a:r>
          </a:p>
          <a:p>
            <a:r>
              <a:rPr lang="fr-FR" b="1" dirty="0"/>
              <a:t>Exemple concret</a:t>
            </a:r>
            <a:r>
              <a:rPr lang="fr-FR" dirty="0"/>
              <a:t> :</a:t>
            </a:r>
            <a:br>
              <a:rPr lang="fr-FR" dirty="0"/>
            </a:br>
            <a:r>
              <a:rPr lang="fr-FR" dirty="0"/>
              <a:t>Nettoyage régulier des potentiomètres pour garantir leur bon fonctionnement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9DEFE1D-687C-AEF7-FAFA-11F149F8CD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F8D90C-592A-4BB3-869D-943E473FE966}" type="datetime1">
              <a:rPr lang="fr-FR" smtClean="0"/>
              <a:t>01/05/2025</a:t>
            </a:fld>
            <a:endParaRPr lang="fr-FR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644E536-BC7F-8B82-CDF6-E061CA33B3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C014DD1E-5D91-48A3-AD6D-45FBA980D106}" type="slidenum">
              <a:rPr lang="fr-FR" sz="2000" smtClean="0"/>
              <a:pPr algn="r"/>
              <a:t>14</a:t>
            </a:fld>
            <a:endParaRPr lang="fr-FR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1FF99B0-99B5-29CF-A890-0671B129A7AC}"/>
              </a:ext>
            </a:extLst>
          </p:cNvPr>
          <p:cNvSpPr txBox="1">
            <a:spLocks/>
          </p:cNvSpPr>
          <p:nvPr/>
        </p:nvSpPr>
        <p:spPr>
          <a:xfrm>
            <a:off x="1227435" y="97269"/>
            <a:ext cx="10360501" cy="1223963"/>
          </a:xfrm>
          <a:prstGeom prst="rect">
            <a:avLst/>
          </a:prstGeom>
        </p:spPr>
        <p:txBody>
          <a:bodyPr vert="horz" lIns="121899" tIns="60949" rIns="121899" bIns="60949" rtlCol="0" anchor="b">
            <a:normAutofit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400" b="1" dirty="0">
                <a:solidFill>
                  <a:schemeClr val="accent1"/>
                </a:solidFill>
              </a:rPr>
              <a:t>Maintenance </a:t>
            </a:r>
            <a:r>
              <a:rPr lang="en-US" sz="4400" b="1" dirty="0" err="1">
                <a:solidFill>
                  <a:schemeClr val="accent1"/>
                </a:solidFill>
              </a:rPr>
              <a:t>Préventive</a:t>
            </a:r>
            <a:endParaRPr lang="fr-FR" sz="4400" b="1" dirty="0"/>
          </a:p>
        </p:txBody>
      </p:sp>
    </p:spTree>
    <p:extLst>
      <p:ext uri="{BB962C8B-B14F-4D97-AF65-F5344CB8AC3E}">
        <p14:creationId xmlns:p14="http://schemas.microsoft.com/office/powerpoint/2010/main" val="36515220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4D3C54-05B5-F35A-057F-6E0E80CE5F2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18882" y="1321232"/>
            <a:ext cx="9635698" cy="4464496"/>
          </a:xfrm>
        </p:spPr>
        <p:txBody>
          <a:bodyPr/>
          <a:lstStyle/>
          <a:p>
            <a:pPr>
              <a:buNone/>
            </a:pPr>
            <a:r>
              <a:rPr lang="fr-FR" b="1" dirty="0"/>
              <a:t>Définition</a:t>
            </a:r>
            <a:r>
              <a:rPr lang="fr-FR" dirty="0"/>
              <a:t> :</a:t>
            </a:r>
            <a:br>
              <a:rPr lang="fr-FR" dirty="0"/>
            </a:br>
            <a:r>
              <a:rPr lang="fr-FR" dirty="0"/>
              <a:t>Intervention </a:t>
            </a:r>
            <a:r>
              <a:rPr lang="fr-FR" b="1" dirty="0"/>
              <a:t>après</a:t>
            </a:r>
            <a:r>
              <a:rPr lang="fr-FR" dirty="0"/>
              <a:t> l'apparition d'un dysfonctionnement pour restaurer le système.</a:t>
            </a:r>
          </a:p>
          <a:p>
            <a:pPr>
              <a:buNone/>
            </a:pPr>
            <a:r>
              <a:rPr lang="fr-FR" b="1" dirty="0"/>
              <a:t>Actions réalisées</a:t>
            </a:r>
            <a:r>
              <a:rPr lang="fr-FR" dirty="0"/>
              <a:t> 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dirty="0"/>
              <a:t>Remplacement des modules ou composants défectueux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dirty="0"/>
              <a:t>Réparation des connexions endommagées</a:t>
            </a:r>
          </a:p>
          <a:p>
            <a:r>
              <a:rPr lang="fr-FR" b="1" dirty="0"/>
              <a:t>Exemple concret</a:t>
            </a:r>
            <a:r>
              <a:rPr lang="fr-FR" dirty="0"/>
              <a:t> :</a:t>
            </a:r>
            <a:br>
              <a:rPr lang="fr-FR" dirty="0"/>
            </a:br>
            <a:r>
              <a:rPr lang="fr-FR" dirty="0"/>
              <a:t>Remplacement des potentiomètres en fin de vie ou présentant des erreurs de lecture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4F70FC7-C2A5-C790-D1FD-AC4361F59C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F8D90C-592A-4BB3-869D-943E473FE966}" type="datetime1">
              <a:rPr lang="fr-FR" smtClean="0"/>
              <a:t>01/05/2025</a:t>
            </a:fld>
            <a:endParaRPr lang="fr-FR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3853C65-21B0-3775-B21F-AD09351383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C014DD1E-5D91-48A3-AD6D-45FBA980D106}" type="slidenum">
              <a:rPr lang="fr-FR" sz="2000" smtClean="0"/>
              <a:pPr algn="r"/>
              <a:t>15</a:t>
            </a:fld>
            <a:endParaRPr lang="fr-FR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DF360B0-98EA-92CC-820E-876741E27C64}"/>
              </a:ext>
            </a:extLst>
          </p:cNvPr>
          <p:cNvSpPr txBox="1">
            <a:spLocks/>
          </p:cNvSpPr>
          <p:nvPr/>
        </p:nvSpPr>
        <p:spPr>
          <a:xfrm>
            <a:off x="1227435" y="97269"/>
            <a:ext cx="10360501" cy="1223963"/>
          </a:xfrm>
          <a:prstGeom prst="rect">
            <a:avLst/>
          </a:prstGeom>
        </p:spPr>
        <p:txBody>
          <a:bodyPr vert="horz" lIns="121899" tIns="60949" rIns="121899" bIns="60949" rtlCol="0" anchor="b">
            <a:normAutofit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400" b="1" dirty="0">
                <a:solidFill>
                  <a:schemeClr val="accent1"/>
                </a:solidFill>
              </a:rPr>
              <a:t>Maintenance Corrective</a:t>
            </a:r>
            <a:endParaRPr lang="fr-FR" sz="4400" b="1" dirty="0"/>
          </a:p>
        </p:txBody>
      </p:sp>
    </p:spTree>
    <p:extLst>
      <p:ext uri="{BB962C8B-B14F-4D97-AF65-F5344CB8AC3E}">
        <p14:creationId xmlns:p14="http://schemas.microsoft.com/office/powerpoint/2010/main" val="3614589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654724-125C-E9BD-455D-C0CD3BB06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5D6B0D-1987-8CFC-89D7-E3601DBB39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161" y="-104109"/>
            <a:ext cx="10360501" cy="1223963"/>
          </a:xfrm>
        </p:spPr>
        <p:txBody>
          <a:bodyPr>
            <a:normAutofit/>
          </a:bodyPr>
          <a:lstStyle/>
          <a:p>
            <a:r>
              <a:rPr lang="fr-FR" sz="4400" b="1" dirty="0">
                <a:solidFill>
                  <a:schemeClr val="accent1"/>
                </a:solidFill>
              </a:rPr>
              <a:t>Facilité de Maintenance</a:t>
            </a:r>
            <a:endParaRPr lang="fr-FR" sz="4400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577BBE1-4CE0-B2E3-ED74-A4BD3D4443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F8D90C-592A-4BB3-869D-943E473FE966}" type="datetime1">
              <a:rPr lang="fr-FR" smtClean="0"/>
              <a:t>01/05/2025</a:t>
            </a:fld>
            <a:endParaRPr lang="fr-FR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E864561-5F9D-D0C5-8DE5-26637B2DAE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C014DD1E-5D91-48A3-AD6D-45FBA980D106}" type="slidenum">
              <a:rPr lang="fr-FR" sz="2000" smtClean="0"/>
              <a:pPr algn="r"/>
              <a:t>16</a:t>
            </a:fld>
            <a:endParaRPr lang="fr-FR" sz="2000" dirty="0"/>
          </a:p>
        </p:txBody>
      </p:sp>
      <p:pic>
        <p:nvPicPr>
          <p:cNvPr id="3" name="Content Placeholder 2" descr="A computer generated image of a circuit board&#10;&#10;AI-generated content may be incorrect.">
            <a:extLst>
              <a:ext uri="{FF2B5EF4-FFF2-40B4-BE49-F238E27FC236}">
                <a16:creationId xmlns:a16="http://schemas.microsoft.com/office/drawing/2014/main" id="{9FF420A5-2D27-B4C8-4C62-47115B7F4DB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rcRect l="6706" r="6935"/>
          <a:stretch/>
        </p:blipFill>
        <p:spPr>
          <a:xfrm>
            <a:off x="6091553" y="1200305"/>
            <a:ext cx="5468282" cy="4457389"/>
          </a:xfrm>
          <a:prstGeom prst="rect">
            <a:avLst/>
          </a:prstGeom>
        </p:spPr>
      </p:pic>
      <p:pic>
        <p:nvPicPr>
          <p:cNvPr id="4" name="Picture 3" descr="A computer circuit board with many different components&#10;&#10;AI-generated content may be incorrect.">
            <a:extLst>
              <a:ext uri="{FF2B5EF4-FFF2-40B4-BE49-F238E27FC236}">
                <a16:creationId xmlns:a16="http://schemas.microsoft.com/office/drawing/2014/main" id="{B353D8F3-A43C-CD99-DACF-54427EF986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820" y="1600886"/>
            <a:ext cx="4817133" cy="3893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84436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A7B8470-A6E9-2995-1FC1-C9F46123F2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18883" y="1321232"/>
            <a:ext cx="10492153" cy="4850968"/>
          </a:xfrm>
        </p:spPr>
        <p:txBody>
          <a:bodyPr/>
          <a:lstStyle/>
          <a:p>
            <a:r>
              <a:rPr lang="fr-FR" dirty="0"/>
              <a:t>Finir la programmation des </a:t>
            </a:r>
          </a:p>
          <a:p>
            <a:endParaRPr lang="fr-FR" dirty="0"/>
          </a:p>
          <a:p>
            <a:r>
              <a:rPr lang="fr-FR" dirty="0"/>
              <a:t>Gain automatique : Signaux analogiques</a:t>
            </a:r>
          </a:p>
          <a:p>
            <a:r>
              <a:rPr lang="fr-FR" dirty="0"/>
              <a:t>Mettre plus d’entrées et moyens d’envoyer des signaux.</a:t>
            </a:r>
          </a:p>
          <a:p>
            <a:r>
              <a:rPr lang="fr-FR" dirty="0"/>
              <a:t>Mettre en place des procédures de maintenance automatisées pour détecter les défaillances rapidement.</a:t>
            </a:r>
          </a:p>
          <a:p>
            <a:r>
              <a:rPr lang="fr-FR" dirty="0"/>
              <a:t>Traitement temps réel.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A243AA2-DC54-0BF8-C0B5-D7E1C61992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F8D90C-592A-4BB3-869D-943E473FE966}" type="datetime1">
              <a:rPr lang="fr-FR" smtClean="0"/>
              <a:t>01/05/2025</a:t>
            </a:fld>
            <a:endParaRPr lang="fr-FR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9600F47-817D-3F22-4F9E-9014FA5F33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C014DD1E-5D91-48A3-AD6D-45FBA980D106}" type="slidenum">
              <a:rPr lang="fr-FR" sz="2000" smtClean="0"/>
              <a:pPr algn="r"/>
              <a:t>17</a:t>
            </a:fld>
            <a:endParaRPr lang="fr-FR" sz="2400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2C86238B-8C3E-D766-8040-419DE425BE69}"/>
              </a:ext>
            </a:extLst>
          </p:cNvPr>
          <p:cNvSpPr txBox="1">
            <a:spLocks/>
          </p:cNvSpPr>
          <p:nvPr/>
        </p:nvSpPr>
        <p:spPr>
          <a:xfrm>
            <a:off x="1227435" y="97269"/>
            <a:ext cx="10360501" cy="1223963"/>
          </a:xfrm>
          <a:prstGeom prst="rect">
            <a:avLst/>
          </a:prstGeom>
        </p:spPr>
        <p:txBody>
          <a:bodyPr vert="horz" lIns="121899" tIns="60949" rIns="121899" bIns="60949" rtlCol="0" anchor="b">
            <a:normAutofit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400" b="1" dirty="0" err="1">
                <a:solidFill>
                  <a:schemeClr val="accent1"/>
                </a:solidFill>
              </a:rPr>
              <a:t>Reste</a:t>
            </a:r>
            <a:r>
              <a:rPr lang="en-US" sz="4400" b="1" dirty="0">
                <a:solidFill>
                  <a:schemeClr val="accent1"/>
                </a:solidFill>
              </a:rPr>
              <a:t> a Faire &amp; </a:t>
            </a:r>
            <a:r>
              <a:rPr lang="en-US" sz="4400" b="1" dirty="0" err="1">
                <a:solidFill>
                  <a:schemeClr val="accent1"/>
                </a:solidFill>
              </a:rPr>
              <a:t>Pistes</a:t>
            </a:r>
            <a:r>
              <a:rPr lang="en-US" sz="4400" b="1" dirty="0">
                <a:solidFill>
                  <a:schemeClr val="accent1"/>
                </a:solidFill>
              </a:rPr>
              <a:t> ameliorations</a:t>
            </a:r>
            <a:endParaRPr lang="fr-FR" sz="4400" b="1" dirty="0"/>
          </a:p>
        </p:txBody>
      </p:sp>
    </p:spTree>
    <p:extLst>
      <p:ext uri="{BB962C8B-B14F-4D97-AF65-F5344CB8AC3E}">
        <p14:creationId xmlns:p14="http://schemas.microsoft.com/office/powerpoint/2010/main" val="41837650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8CCAE0-7D75-5315-D18F-A98FAEF990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fr-FR" sz="11500" dirty="0">
                <a:solidFill>
                  <a:schemeClr val="accent1"/>
                </a:solidFill>
              </a:rPr>
              <a:t>Questions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C59DAB-311A-B8A5-E4D5-FA2BB48E4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EC882C-578E-43CF-9E65-BCBD84298E0F}" type="datetime1">
              <a:rPr lang="fr-FR" smtClean="0"/>
              <a:t>01/05/2025</a:t>
            </a:fld>
            <a:endParaRPr lang="fr-FR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38A5F06-3CF0-2D1D-F973-90E7AFE118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C014DD1E-5D91-48A3-AD6D-45FBA980D106}" type="slidenum">
              <a:rPr lang="fr-FR" sz="2000" smtClean="0"/>
              <a:pPr algn="r"/>
              <a:t>18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7488131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D7BCEE-6130-F4D9-8A7D-B0AA53580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B8A750-CBB1-1D1C-DA75-A7854DC2AC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BBE81C-293A-9F35-123D-FD0BF749D5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EC882C-578E-43CF-9E65-BCBD84298E0F}" type="datetime1">
              <a:rPr lang="fr-FR" smtClean="0"/>
              <a:t>01/05/2025</a:t>
            </a:fld>
            <a:endParaRPr lang="fr-FR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C30570-35F6-DA14-120F-7D267C7670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C014DD1E-5D91-48A3-AD6D-45FBA980D106}" type="slidenum">
              <a:rPr lang="fr-FR" sz="2000" smtClean="0"/>
              <a:pPr algn="r"/>
              <a:t>19</a:t>
            </a:fld>
            <a:endParaRPr lang="fr-FR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F6E08F1-F5BE-AC22-E8D6-DA077A72AF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2277" y="580627"/>
            <a:ext cx="5344271" cy="56967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46298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525FCF-AC43-AD93-B66C-9EBC1E3155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935B5D-F4E0-D30B-FA65-089E8DC05B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3E5F63-CFAA-A638-90F7-FFEEF2243F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EC882C-578E-43CF-9E65-BCBD84298E0F}" type="datetime1">
              <a:rPr lang="fr-FR" smtClean="0"/>
              <a:t>01/05/2025</a:t>
            </a:fld>
            <a:endParaRPr lang="fr-FR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9119CA-9F64-2495-109E-CF56CBCCF9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C014DD1E-5D91-48A3-AD6D-45FBA980D106}" type="slidenum">
              <a:rPr lang="fr-FR" sz="2000" smtClean="0"/>
              <a:pPr algn="r"/>
              <a:t>20</a:t>
            </a:fld>
            <a:endParaRPr lang="fr-FR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0FE982E-3A39-B443-9F0C-9685B32A93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424" y="1124745"/>
            <a:ext cx="11241975" cy="4608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57330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Technologie 16:9">
  <a:themeElements>
    <a:clrScheme name="Tech_16x9">
      <a:dk1>
        <a:sysClr val="windowText" lastClr="000000"/>
      </a:dk1>
      <a:lt1>
        <a:sysClr val="window" lastClr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Tech_16x9">
      <a:fillStyleLst>
        <a:solidFill>
          <a:schemeClr val="phClr"/>
        </a:solidFill>
        <a:gradFill rotWithShape="1">
          <a:gsLst>
            <a:gs pos="0">
              <a:schemeClr val="phClr">
                <a:tint val="20000"/>
                <a:satMod val="180000"/>
                <a:lumMod val="98000"/>
              </a:schemeClr>
            </a:gs>
            <a:gs pos="40000">
              <a:schemeClr val="phClr">
                <a:tint val="30000"/>
                <a:satMod val="260000"/>
                <a:lumMod val="84000"/>
              </a:schemeClr>
            </a:gs>
            <a:gs pos="100000">
              <a:schemeClr val="phClr">
                <a:tint val="100000"/>
                <a:satMod val="110000"/>
              </a:schemeClr>
            </a:gs>
          </a:gsLst>
          <a:lin ang="5040000" scaled="1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1000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miter lim="800000"/>
        </a:ln>
        <a:ln w="25400" cap="flat" cmpd="sng" algn="ctr">
          <a:solidFill>
            <a:schemeClr val="phClr"/>
          </a:solidFill>
          <a:miter lim="800000"/>
        </a:ln>
        <a:ln w="38100" cap="flat" cmpd="sng" algn="ctr">
          <a:solidFill>
            <a:schemeClr val="phClr"/>
          </a:solidFill>
          <a:miter lim="800000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tint val="100000"/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3500000" scaled="0"/>
        </a:gra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8900000" scaled="0"/>
        </a:gradFill>
      </a:bgFillStyleLst>
    </a:fmtScheme>
  </a:themeElements>
  <a:objectDefaults>
    <a:spDef>
      <a:spPr/>
      <a:bodyPr rtlCol="0" anchor="ctr"/>
      <a:lstStyle>
        <a:defPPr algn="ctr">
          <a:defRPr sz="280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5400"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sz="280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_9533257_TF02787990_TF02787990.potx" id="{ABCB071B-19A3-44BE-B302-F4BBE7E3E2D5}" vid="{F4600F28-01B2-4FC5-9857-5FFF9F08051B}"/>
    </a:ext>
  </a:extLst>
</a:theme>
</file>

<file path=ppt/theme/theme2.xml><?xml version="1.0" encoding="utf-8"?>
<a:theme xmlns:a="http://schemas.openxmlformats.org/drawingml/2006/main" name="Thème Office">
  <a:themeElements>
    <a:clrScheme name="Tech_16x9">
      <a:dk1>
        <a:sysClr val="windowText" lastClr="000000"/>
      </a:dk1>
      <a:lt1>
        <a:sysClr val="window" lastClr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Tech_16x9">
      <a:fillStyleLst>
        <a:solidFill>
          <a:schemeClr val="phClr"/>
        </a:solidFill>
        <a:gradFill rotWithShape="1">
          <a:gsLst>
            <a:gs pos="0">
              <a:schemeClr val="phClr">
                <a:tint val="20000"/>
                <a:satMod val="180000"/>
                <a:lumMod val="98000"/>
              </a:schemeClr>
            </a:gs>
            <a:gs pos="40000">
              <a:schemeClr val="phClr">
                <a:tint val="30000"/>
                <a:satMod val="260000"/>
                <a:lumMod val="84000"/>
              </a:schemeClr>
            </a:gs>
            <a:gs pos="100000">
              <a:schemeClr val="phClr">
                <a:tint val="100000"/>
                <a:satMod val="110000"/>
              </a:schemeClr>
            </a:gs>
          </a:gsLst>
          <a:lin ang="5040000" scaled="1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1000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miter lim="800000"/>
        </a:ln>
        <a:ln w="25400" cap="flat" cmpd="sng" algn="ctr">
          <a:solidFill>
            <a:schemeClr val="phClr"/>
          </a:solidFill>
          <a:miter lim="800000"/>
        </a:ln>
        <a:ln w="38100" cap="flat" cmpd="sng" algn="ctr">
          <a:solidFill>
            <a:schemeClr val="phClr"/>
          </a:solidFill>
          <a:miter lim="800000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tint val="100000"/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3500000" scaled="0"/>
        </a:gra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89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Tech_16x9">
      <a:dk1>
        <a:sysClr val="windowText" lastClr="000000"/>
      </a:dk1>
      <a:lt1>
        <a:sysClr val="window" lastClr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Tech_16x9">
      <a:fillStyleLst>
        <a:solidFill>
          <a:schemeClr val="phClr"/>
        </a:solidFill>
        <a:gradFill rotWithShape="1">
          <a:gsLst>
            <a:gs pos="0">
              <a:schemeClr val="phClr">
                <a:tint val="20000"/>
                <a:satMod val="180000"/>
                <a:lumMod val="98000"/>
              </a:schemeClr>
            </a:gs>
            <a:gs pos="40000">
              <a:schemeClr val="phClr">
                <a:tint val="30000"/>
                <a:satMod val="260000"/>
                <a:lumMod val="84000"/>
              </a:schemeClr>
            </a:gs>
            <a:gs pos="100000">
              <a:schemeClr val="phClr">
                <a:tint val="100000"/>
                <a:satMod val="110000"/>
              </a:schemeClr>
            </a:gs>
          </a:gsLst>
          <a:lin ang="5040000" scaled="1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1000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miter lim="800000"/>
        </a:ln>
        <a:ln w="25400" cap="flat" cmpd="sng" algn="ctr">
          <a:solidFill>
            <a:schemeClr val="phClr"/>
          </a:solidFill>
          <a:miter lim="800000"/>
        </a:ln>
        <a:ln w="38100" cap="flat" cmpd="sng" algn="ctr">
          <a:solidFill>
            <a:schemeClr val="phClr"/>
          </a:solidFill>
          <a:miter lim="800000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tint val="100000"/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3500000" scaled="0"/>
        </a:gra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8900000" scaled="0"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ocPublishedLinkedAssetsLookup xmlns="4873beb7-5857-4685-be1f-d57550cc96cc" xsi:nil="true"/>
    <ApprovalStatus xmlns="4873beb7-5857-4685-be1f-d57550cc96cc">InProgress</ApprovalStatus>
    <MarketSpecific xmlns="4873beb7-5857-4685-be1f-d57550cc96cc">false</MarketSpecific>
    <LocComments xmlns="4873beb7-5857-4685-be1f-d57550cc96cc" xsi:nil="true"/>
    <LocLastLocAttemptVersionTypeLookup xmlns="4873beb7-5857-4685-be1f-d57550cc96cc" xsi:nil="true"/>
    <DirectSourceMarket xmlns="4873beb7-5857-4685-be1f-d57550cc96cc" xsi:nil="true"/>
    <ThumbnailAssetId xmlns="4873beb7-5857-4685-be1f-d57550cc96cc" xsi:nil="true"/>
    <PrimaryImageGen xmlns="4873beb7-5857-4685-be1f-d57550cc96cc">false</PrimaryImageGen>
    <LocNewPublishedVersionLookup xmlns="4873beb7-5857-4685-be1f-d57550cc96cc" xsi:nil="true"/>
    <LegacyData xmlns="4873beb7-5857-4685-be1f-d57550cc96cc" xsi:nil="true"/>
    <LocRecommendedHandoff xmlns="4873beb7-5857-4685-be1f-d57550cc96cc" xsi:nil="true"/>
    <BusinessGroup xmlns="4873beb7-5857-4685-be1f-d57550cc96cc" xsi:nil="true"/>
    <BlockPublish xmlns="4873beb7-5857-4685-be1f-d57550cc96cc">false</BlockPublish>
    <TPFriendlyName xmlns="4873beb7-5857-4685-be1f-d57550cc96cc" xsi:nil="true"/>
    <LocOverallPublishStatusLookup xmlns="4873beb7-5857-4685-be1f-d57550cc96cc" xsi:nil="true"/>
    <NumericId xmlns="4873beb7-5857-4685-be1f-d57550cc96cc" xsi:nil="true"/>
    <APEditor xmlns="4873beb7-5857-4685-be1f-d57550cc96cc">
      <UserInfo>
        <DisplayName/>
        <AccountId xsi:nil="true"/>
        <AccountType/>
      </UserInfo>
    </APEditor>
    <SourceTitle xmlns="4873beb7-5857-4685-be1f-d57550cc96cc" xsi:nil="true"/>
    <OpenTemplate xmlns="4873beb7-5857-4685-be1f-d57550cc96cc">true</OpenTemplate>
    <LocOverallLocStatusLookup xmlns="4873beb7-5857-4685-be1f-d57550cc96cc" xsi:nil="true"/>
    <UALocComments xmlns="4873beb7-5857-4685-be1f-d57550cc96cc" xsi:nil="true"/>
    <ParentAssetId xmlns="4873beb7-5857-4685-be1f-d57550cc96cc" xsi:nil="true"/>
    <IntlLangReviewDate xmlns="4873beb7-5857-4685-be1f-d57550cc96cc" xsi:nil="true"/>
    <FeatureTagsTaxHTField0 xmlns="4873beb7-5857-4685-be1f-d57550cc96cc">
      <Terms xmlns="http://schemas.microsoft.com/office/infopath/2007/PartnerControls"/>
    </FeatureTagsTaxHTField0>
    <PublishStatusLookup xmlns="4873beb7-5857-4685-be1f-d57550cc96cc">
      <Value>1345093</Value>
    </PublishStatusLookup>
    <Providers xmlns="4873beb7-5857-4685-be1f-d57550cc96cc" xsi:nil="true"/>
    <MachineTranslated xmlns="4873beb7-5857-4685-be1f-d57550cc96cc">false</MachineTranslated>
    <OriginalSourceMarket xmlns="4873beb7-5857-4685-be1f-d57550cc96cc" xsi:nil="true"/>
    <APDescription xmlns="4873beb7-5857-4685-be1f-d57550cc96cc">This simple template design works for technology and  businesses, but it's versatile enough to use in other contexts.  It features multiple slide layouts designed for widescreen (16x9 resolution) and includes a sample SmartArt list and chart that are easily editable.</APDescription>
    <ClipArtFilename xmlns="4873beb7-5857-4685-be1f-d57550cc96cc" xsi:nil="true"/>
    <ContentItem xmlns="4873beb7-5857-4685-be1f-d57550cc96cc" xsi:nil="true"/>
    <TPInstallLocation xmlns="4873beb7-5857-4685-be1f-d57550cc96cc" xsi:nil="true"/>
    <PublishTargets xmlns="4873beb7-5857-4685-be1f-d57550cc96cc">OfficeOnlineVNext</PublishTargets>
    <TimesCloned xmlns="4873beb7-5857-4685-be1f-d57550cc96cc" xsi:nil="true"/>
    <AssetStart xmlns="4873beb7-5857-4685-be1f-d57550cc96cc">2011-11-26T00:30:00+00:00</AssetStart>
    <Provider xmlns="4873beb7-5857-4685-be1f-d57550cc96cc" xsi:nil="true"/>
    <AcquiredFrom xmlns="4873beb7-5857-4685-be1f-d57550cc96cc">Internal MS</AcquiredFrom>
    <FriendlyTitle xmlns="4873beb7-5857-4685-be1f-d57550cc96cc" xsi:nil="true"/>
    <LastHandOff xmlns="4873beb7-5857-4685-be1f-d57550cc96cc" xsi:nil="true"/>
    <TPClientViewer xmlns="4873beb7-5857-4685-be1f-d57550cc96cc" xsi:nil="true"/>
    <TemplateStatus xmlns="4873beb7-5857-4685-be1f-d57550cc96cc">Complete</TemplateStatus>
    <Downloads xmlns="4873beb7-5857-4685-be1f-d57550cc96cc">0</Downloads>
    <OOCacheId xmlns="4873beb7-5857-4685-be1f-d57550cc96cc" xsi:nil="true"/>
    <IsDeleted xmlns="4873beb7-5857-4685-be1f-d57550cc96cc">false</IsDeleted>
    <LocPublishedDependentAssetsLookup xmlns="4873beb7-5857-4685-be1f-d57550cc96cc" xsi:nil="true"/>
    <TPExecutable xmlns="4873beb7-5857-4685-be1f-d57550cc96cc" xsi:nil="true"/>
    <EditorialTags xmlns="4873beb7-5857-4685-be1f-d57550cc96cc" xsi:nil="true"/>
    <SubmitterId xmlns="4873beb7-5857-4685-be1f-d57550cc96cc" xsi:nil="true"/>
    <ApprovalLog xmlns="4873beb7-5857-4685-be1f-d57550cc96cc" xsi:nil="true"/>
    <AssetType xmlns="4873beb7-5857-4685-be1f-d57550cc96cc">TP</AssetType>
    <BugNumber xmlns="4873beb7-5857-4685-be1f-d57550cc96cc" xsi:nil="true"/>
    <CSXSubmissionDate xmlns="4873beb7-5857-4685-be1f-d57550cc96cc" xsi:nil="true"/>
    <CSXUpdate xmlns="4873beb7-5857-4685-be1f-d57550cc96cc">false</CSXUpdate>
    <Milestone xmlns="4873beb7-5857-4685-be1f-d57550cc96cc" xsi:nil="true"/>
    <RecommendationsModifier xmlns="4873beb7-5857-4685-be1f-d57550cc96cc" xsi:nil="true"/>
    <OriginAsset xmlns="4873beb7-5857-4685-be1f-d57550cc96cc" xsi:nil="true"/>
    <TPComponent xmlns="4873beb7-5857-4685-be1f-d57550cc96cc" xsi:nil="true"/>
    <AssetId xmlns="4873beb7-5857-4685-be1f-d57550cc96cc">TP102787989</AssetId>
    <IntlLocPriority xmlns="4873beb7-5857-4685-be1f-d57550cc96cc" xsi:nil="true"/>
    <PolicheckWords xmlns="4873beb7-5857-4685-be1f-d57550cc96cc" xsi:nil="true"/>
    <TPLaunchHelpLink xmlns="4873beb7-5857-4685-be1f-d57550cc96cc" xsi:nil="true"/>
    <TPApplication xmlns="4873beb7-5857-4685-be1f-d57550cc96cc" xsi:nil="true"/>
    <CrawlForDependencies xmlns="4873beb7-5857-4685-be1f-d57550cc96cc">false</CrawlForDependencies>
    <HandoffToMSDN xmlns="4873beb7-5857-4685-be1f-d57550cc96cc" xsi:nil="true"/>
    <PlannedPubDate xmlns="4873beb7-5857-4685-be1f-d57550cc96cc" xsi:nil="true"/>
    <IntlLangReviewer xmlns="4873beb7-5857-4685-be1f-d57550cc96cc" xsi:nil="true"/>
    <TrustLevel xmlns="4873beb7-5857-4685-be1f-d57550cc96cc">1 Microsoft Managed Content</TrustLevel>
    <LocLastLocAttemptVersionLookup xmlns="4873beb7-5857-4685-be1f-d57550cc96cc">694266</LocLastLocAttemptVersionLookup>
    <LocProcessedForHandoffsLookup xmlns="4873beb7-5857-4685-be1f-d57550cc96cc" xsi:nil="true"/>
    <IsSearchable xmlns="4873beb7-5857-4685-be1f-d57550cc96cc">true</IsSearchable>
    <TemplateTemplateType xmlns="4873beb7-5857-4685-be1f-d57550cc96cc">PowerPoint Presentation Template</TemplateTemplateType>
    <CampaignTagsTaxHTField0 xmlns="4873beb7-5857-4685-be1f-d57550cc96cc">
      <Terms xmlns="http://schemas.microsoft.com/office/infopath/2007/PartnerControls"/>
    </CampaignTagsTaxHTField0>
    <TPNamespace xmlns="4873beb7-5857-4685-be1f-d57550cc96cc" xsi:nil="true"/>
    <LocOverallPreviewStatusLookup xmlns="4873beb7-5857-4685-be1f-d57550cc96cc" xsi:nil="true"/>
    <TaxCatchAll xmlns="4873beb7-5857-4685-be1f-d57550cc96cc"/>
    <Markets xmlns="4873beb7-5857-4685-be1f-d57550cc96cc"/>
    <UAProjectedTotalWords xmlns="4873beb7-5857-4685-be1f-d57550cc96cc" xsi:nil="true"/>
    <IntlLangReview xmlns="4873beb7-5857-4685-be1f-d57550cc96cc" xsi:nil="true"/>
    <OutputCachingOn xmlns="4873beb7-5857-4685-be1f-d57550cc96cc">false</OutputCachingOn>
    <AverageRating xmlns="4873beb7-5857-4685-be1f-d57550cc96cc" xsi:nil="true"/>
    <APAuthor xmlns="4873beb7-5857-4685-be1f-d57550cc96cc">
      <UserInfo>
        <DisplayName>REDMOND\kristaa</DisplayName>
        <AccountId>136</AccountId>
        <AccountType/>
      </UserInfo>
    </APAuthor>
    <LocManualTestRequired xmlns="4873beb7-5857-4685-be1f-d57550cc96cc">false</LocManualTestRequired>
    <TPCommandLine xmlns="4873beb7-5857-4685-be1f-d57550cc96cc" xsi:nil="true"/>
    <TPAppVersion xmlns="4873beb7-5857-4685-be1f-d57550cc96cc" xsi:nil="true"/>
    <EditorialStatus xmlns="4873beb7-5857-4685-be1f-d57550cc96cc">Complete</EditorialStatus>
    <LastModifiedDateTime xmlns="4873beb7-5857-4685-be1f-d57550cc96cc" xsi:nil="true"/>
    <ScenarioTagsTaxHTField0 xmlns="4873beb7-5857-4685-be1f-d57550cc96cc">
      <Terms xmlns="http://schemas.microsoft.com/office/infopath/2007/PartnerControls"/>
    </ScenarioTagsTaxHTField0>
    <LocProcessedForMarketsLookup xmlns="4873beb7-5857-4685-be1f-d57550cc96cc" xsi:nil="true"/>
    <TPLaunchHelpLinkType xmlns="4873beb7-5857-4685-be1f-d57550cc96cc">Template</TPLaunchHelpLinkType>
    <OriginalRelease xmlns="4873beb7-5857-4685-be1f-d57550cc96cc">15</OriginalRelease>
    <LocalizationTagsTaxHTField0 xmlns="4873beb7-5857-4685-be1f-d57550cc96cc">
      <Terms xmlns="http://schemas.microsoft.com/office/infopath/2007/PartnerControls"/>
    </LocalizationTagsTaxHTField0>
    <UACurrentWords xmlns="4873beb7-5857-4685-be1f-d57550cc96cc" xsi:nil="true"/>
    <ArtSampleDocs xmlns="4873beb7-5857-4685-be1f-d57550cc96cc" xsi:nil="true"/>
    <UALocRecommendation xmlns="4873beb7-5857-4685-be1f-d57550cc96cc">Localize</UALocRecommendation>
    <Manager xmlns="4873beb7-5857-4685-be1f-d57550cc96cc" xsi:nil="true"/>
    <LocOverallHandbackStatusLookup xmlns="4873beb7-5857-4685-be1f-d57550cc96cc" xsi:nil="true"/>
    <ShowIn xmlns="4873beb7-5857-4685-be1f-d57550cc96cc">Show everywhere</ShowIn>
    <UANotes xmlns="4873beb7-5857-4685-be1f-d57550cc96cc" xsi:nil="true"/>
    <InternalTagsTaxHTField0 xmlns="4873beb7-5857-4685-be1f-d57550cc96cc">
      <Terms xmlns="http://schemas.microsoft.com/office/infopath/2007/PartnerControls"/>
    </InternalTagsTaxHTField0>
    <CSXHash xmlns="4873beb7-5857-4685-be1f-d57550cc96cc" xsi:nil="true"/>
    <VoteCount xmlns="4873beb7-5857-4685-be1f-d57550cc96cc" xsi:nil="true"/>
    <AssetExpire xmlns="4873beb7-5857-4685-be1f-d57550cc96cc">2029-05-12T07:00:00+00:00</AssetExpire>
    <DSATActionTaken xmlns="4873beb7-5857-4685-be1f-d57550cc96cc" xsi:nil="true"/>
    <CSXSubmissionMarket xmlns="4873beb7-5857-4685-be1f-d57550cc96cc" xsi:nil="true"/>
    <LocMarketGroupTiers2 xmlns="4873beb7-5857-4685-be1f-d57550cc96cc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AssetEditForm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TemplateFile" ma:contentTypeID="0x0101006EDDDB5EE6D98C44930B742096920B300400F5B6D36B3EF94B4E9A635CDF2A18F5B8" ma:contentTypeVersion="72" ma:contentTypeDescription="Create a new document." ma:contentTypeScope="" ma:versionID="a23e56308344d904b51738559c3d67c9">
  <xsd:schema xmlns:xsd="http://www.w3.org/2001/XMLSchema" xmlns:xs="http://www.w3.org/2001/XMLSchema" xmlns:p="http://schemas.microsoft.com/office/2006/metadata/properties" xmlns:ns2="4873beb7-5857-4685-be1f-d57550cc96cc" targetNamespace="http://schemas.microsoft.com/office/2006/metadata/properties" ma:root="true" ma:fieldsID="cd0908cc4600e77bf5da051303e00c8d" ns2:_="">
    <xsd:import namespace="4873beb7-5857-4685-be1f-d57550cc96cc"/>
    <xsd:element name="properties">
      <xsd:complexType>
        <xsd:sequence>
          <xsd:element name="documentManagement">
            <xsd:complexType>
              <xsd:all>
                <xsd:element ref="ns2:AcquiredFrom" minOccurs="0"/>
                <xsd:element ref="ns2:UACurrentWords" minOccurs="0"/>
                <xsd:element ref="ns2:TPApplication" minOccurs="0"/>
                <xsd:element ref="ns2:ApprovalLog" minOccurs="0"/>
                <xsd:element ref="ns2:ApprovalStatus" minOccurs="0"/>
                <xsd:element ref="ns2:AssetStart" minOccurs="0"/>
                <xsd:element ref="ns2:AssetExpire" minOccurs="0"/>
                <xsd:element ref="ns2:AssetId" minOccurs="0"/>
                <xsd:element ref="ns2:IsSearchable" minOccurs="0"/>
                <xsd:element ref="ns2:AssetType" minOccurs="0"/>
                <xsd:element ref="ns2:APAuthor" minOccurs="0"/>
                <xsd:element ref="ns2:AverageRating" minOccurs="0"/>
                <xsd:element ref="ns2:BlockPublish" minOccurs="0"/>
                <xsd:element ref="ns2:BugNumber" minOccurs="0"/>
                <xsd:element ref="ns2:CampaignTagsTaxHTField0" minOccurs="0"/>
                <xsd:element ref="ns2:TPClientViewer" minOccurs="0"/>
                <xsd:element ref="ns2:ClipArtFilename" minOccurs="0"/>
                <xsd:element ref="ns2:TPCommandLine" minOccurs="0"/>
                <xsd:element ref="ns2:TPComponent" minOccurs="0"/>
                <xsd:element ref="ns2:ContentItem" minOccurs="0"/>
                <xsd:element ref="ns2:CrawlForDependencies" minOccurs="0"/>
                <xsd:element ref="ns2:CSXHash" minOccurs="0"/>
                <xsd:element ref="ns2:CSXSubmissionMarket" minOccurs="0"/>
                <xsd:element ref="ns2:CSXUpdate" minOccurs="0"/>
                <xsd:element ref="ns2:IntlLangReviewDate" minOccurs="0"/>
                <xsd:element ref="ns2:IsDeleted" minOccurs="0"/>
                <xsd:element ref="ns2:APDescription" minOccurs="0"/>
                <xsd:element ref="ns2:DirectSourceMarket" minOccurs="0"/>
                <xsd:element ref="ns2:Downloads" minOccurs="0"/>
                <xsd:element ref="ns2:DSATActionTaken" minOccurs="0"/>
                <xsd:element ref="ns2:APEditor" minOccurs="0"/>
                <xsd:element ref="ns2:EditorialStatus" minOccurs="0"/>
                <xsd:element ref="ns2:EditorialTags" minOccurs="0"/>
                <xsd:element ref="ns2:TPExecutable" minOccurs="0"/>
                <xsd:element ref="ns2:FeatureTagsTaxHTField0" minOccurs="0"/>
                <xsd:element ref="ns2:TPFriendlyName" minOccurs="0"/>
                <xsd:element ref="ns2:FriendlyTitle" minOccurs="0"/>
                <xsd:element ref="ns2:PrimaryImageGen" minOccurs="0"/>
                <xsd:element ref="ns2:HandoffToMSDN" minOccurs="0"/>
                <xsd:element ref="ns2:InProjectListLookup" minOccurs="0"/>
                <xsd:element ref="ns2:TPInstallLocation" minOccurs="0"/>
                <xsd:element ref="ns2:InternalTagsTaxHTField0" minOccurs="0"/>
                <xsd:element ref="ns2:IntlLangReview" minOccurs="0"/>
                <xsd:element ref="ns2:IntlLangReviewer" minOccurs="0"/>
                <xsd:element ref="ns2:MarketSpecific" minOccurs="0"/>
                <xsd:element ref="ns2:LastCompleteVersionLookup" minOccurs="0"/>
                <xsd:element ref="ns2:LastHandOff" minOccurs="0"/>
                <xsd:element ref="ns2:LastModifiedDateTime" minOccurs="0"/>
                <xsd:element ref="ns2:LastPreviewErrorLookup" minOccurs="0"/>
                <xsd:element ref="ns2:LastPreviewResultLookup" minOccurs="0"/>
                <xsd:element ref="ns2:LastPreviewAttemptDateLookup" minOccurs="0"/>
                <xsd:element ref="ns2:LastPreviewedByLookup" minOccurs="0"/>
                <xsd:element ref="ns2:LastPreviewTimeLookup" minOccurs="0"/>
                <xsd:element ref="ns2:LastPreviewVersionLookup" minOccurs="0"/>
                <xsd:element ref="ns2:LastPublishErrorLookup" minOccurs="0"/>
                <xsd:element ref="ns2:LastPublishResultLookup" minOccurs="0"/>
                <xsd:element ref="ns2:LastPublishAttemptDateLookup" minOccurs="0"/>
                <xsd:element ref="ns2:LastPublishedByLookup" minOccurs="0"/>
                <xsd:element ref="ns2:LastPublishTimeLookup" minOccurs="0"/>
                <xsd:element ref="ns2:LastPublishVersionLookup" minOccurs="0"/>
                <xsd:element ref="ns2:TPLaunchHelpLinkType" minOccurs="0"/>
                <xsd:element ref="ns2:LegacyData" minOccurs="0"/>
                <xsd:element ref="ns2:TPLaunchHelpLink" minOccurs="0"/>
                <xsd:element ref="ns2:LocComments" minOccurs="0"/>
                <xsd:element ref="ns2:LocLastLocAttemptVersionLookup" minOccurs="0"/>
                <xsd:element ref="ns2:LocLastLocAttemptVersionTypeLookup" minOccurs="0"/>
                <xsd:element ref="ns2:LocManualTestRequired" minOccurs="0"/>
                <xsd:element ref="ns2:LocMarketGroupTiers2" minOccurs="0"/>
                <xsd:element ref="ns2:LocNewPublishedVersionLookup" minOccurs="0"/>
                <xsd:element ref="ns2:LocOverallHandbackStatusLookup" minOccurs="0"/>
                <xsd:element ref="ns2:LocOverallLocStatusLookup" minOccurs="0"/>
                <xsd:element ref="ns2:LocOverallPreviewStatusLookup" minOccurs="0"/>
                <xsd:element ref="ns2:LocOverallPublishStatusLookup" minOccurs="0"/>
                <xsd:element ref="ns2:IntlLocPriority" minOccurs="0"/>
                <xsd:element ref="ns2:LocProcessedForHandoffsLookup" minOccurs="0"/>
                <xsd:element ref="ns2:LocProcessedForMarketsLookup" minOccurs="0"/>
                <xsd:element ref="ns2:LocPublishedDependentAssetsLookup" minOccurs="0"/>
                <xsd:element ref="ns2:LocPublishedLinkedAssetsLookup" minOccurs="0"/>
                <xsd:element ref="ns2:LocRecommendedHandoff" minOccurs="0"/>
                <xsd:element ref="ns2:LocalizationTagsTaxHTField0" minOccurs="0"/>
                <xsd:element ref="ns2:MachineTranslated" minOccurs="0"/>
                <xsd:element ref="ns2:Manager" minOccurs="0"/>
                <xsd:element ref="ns2:Markets" minOccurs="0"/>
                <xsd:element ref="ns2:Milestone" minOccurs="0"/>
                <xsd:element ref="ns2:TPNamespace" minOccurs="0"/>
                <xsd:element ref="ns2:NumericId" minOccurs="0"/>
                <xsd:element ref="ns2:NumOfRatingsLookup" minOccurs="0"/>
                <xsd:element ref="ns2:OOCacheId" minOccurs="0"/>
                <xsd:element ref="ns2:OpenTemplate" minOccurs="0"/>
                <xsd:element ref="ns2:OriginAsset" minOccurs="0"/>
                <xsd:element ref="ns2:OriginalRelease" minOccurs="0"/>
                <xsd:element ref="ns2:OriginalSourceMarket" minOccurs="0"/>
                <xsd:element ref="ns2:OutputCachingOn" minOccurs="0"/>
                <xsd:element ref="ns2:ParentAssetId" minOccurs="0"/>
                <xsd:element ref="ns2:PlannedPubDate" minOccurs="0"/>
                <xsd:element ref="ns2:PolicheckWords" minOccurs="0"/>
                <xsd:element ref="ns2:BusinessGroup" minOccurs="0"/>
                <xsd:element ref="ns2:UAProjectedTotalWords" minOccurs="0"/>
                <xsd:element ref="ns2:Provider" minOccurs="0"/>
                <xsd:element ref="ns2:Providers" minOccurs="0"/>
                <xsd:element ref="ns2:PublishStatusLookup" minOccurs="0"/>
                <xsd:element ref="ns2:PublishTargets" minOccurs="0"/>
                <xsd:element ref="ns2:RecommendationsModifier" minOccurs="0"/>
                <xsd:element ref="ns2:ArtSampleDocs" minOccurs="0"/>
                <xsd:element ref="ns2:ScenarioTagsTaxHTField0" minOccurs="0"/>
                <xsd:element ref="ns2:ShowIn" minOccurs="0"/>
                <xsd:element ref="ns2:SourceTitle" minOccurs="0"/>
                <xsd:element ref="ns2:CSXSubmissionDate" minOccurs="0"/>
                <xsd:element ref="ns2:SubmitterId" minOccurs="0"/>
                <xsd:element ref="ns2:TaxCatchAll" minOccurs="0"/>
                <xsd:element ref="ns2:TaxCatchAllLabel" minOccurs="0"/>
                <xsd:element ref="ns2:TemplateStatus" minOccurs="0"/>
                <xsd:element ref="ns2:TemplateTemplateType" minOccurs="0"/>
                <xsd:element ref="ns2:ThumbnailAssetId" minOccurs="0"/>
                <xsd:element ref="ns2:TimesCloned" minOccurs="0"/>
                <xsd:element ref="ns2:TrustLevel" minOccurs="0"/>
                <xsd:element ref="ns2:UALocComments" minOccurs="0"/>
                <xsd:element ref="ns2:UALocRecommendation" minOccurs="0"/>
                <xsd:element ref="ns2:UANotes" minOccurs="0"/>
                <xsd:element ref="ns2:TPAppVersion" minOccurs="0"/>
                <xsd:element ref="ns2:VoteCount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873beb7-5857-4685-be1f-d57550cc96cc" elementFormDefault="qualified">
    <xsd:import namespace="http://schemas.microsoft.com/office/2006/documentManagement/types"/>
    <xsd:import namespace="http://schemas.microsoft.com/office/infopath/2007/PartnerControls"/>
    <xsd:element name="AcquiredFrom" ma:index="1" nillable="true" ma:displayName="Acquired From" ma:default="Internal MS" ma:internalName="AcquiredFrom" ma:readOnly="false">
      <xsd:simpleType>
        <xsd:restriction base="dms:Choice">
          <xsd:enumeration value="Internal MS"/>
          <xsd:enumeration value="Community"/>
          <xsd:enumeration value="MVP"/>
          <xsd:enumeration value="Publisher"/>
          <xsd:enumeration value="Partner"/>
          <xsd:enumeration value="None"/>
        </xsd:restriction>
      </xsd:simpleType>
    </xsd:element>
    <xsd:element name="UACurrentWords" ma:index="2" nillable="true" ma:displayName="Actual Word Count" ma:default="" ma:internalName="UACurrentWords" ma:readOnly="false">
      <xsd:simpleType>
        <xsd:restriction base="dms:Unknown"/>
      </xsd:simpleType>
    </xsd:element>
    <xsd:element name="TPApplication" ma:index="3" nillable="true" ma:displayName="Application to Open Template With" ma:default="" ma:internalName="TPApplication">
      <xsd:simpleType>
        <xsd:restriction base="dms:Text"/>
      </xsd:simpleType>
    </xsd:element>
    <xsd:element name="ApprovalLog" ma:index="4" nillable="true" ma:displayName="Approval Log" ma:default="" ma:hidden="true" ma:internalName="ApprovalLog" ma:readOnly="false">
      <xsd:simpleType>
        <xsd:restriction base="dms:Note"/>
      </xsd:simpleType>
    </xsd:element>
    <xsd:element name="ApprovalStatus" ma:index="5" nillable="true" ma:displayName="Approval Status" ma:default="InProgress" ma:internalName="ApprovalStatus" ma:readOnly="false">
      <xsd:simpleType>
        <xsd:restriction base="dms:Choice">
          <xsd:enumeration value="InProgress"/>
          <xsd:enumeration value="Rejected"/>
          <xsd:enumeration value="Questionable"/>
          <xsd:enumeration value="ApprovedAutomatic"/>
          <xsd:enumeration value="ApprovedManual"/>
          <xsd:enumeration value="On Hold"/>
          <xsd:enumeration value="Needs Review"/>
          <xsd:enumeration value="A Violation"/>
          <xsd:enumeration value="Unpublished Violation"/>
        </xsd:restriction>
      </xsd:simpleType>
    </xsd:element>
    <xsd:element name="AssetStart" ma:index="6" nillable="true" ma:displayName="Asset Begin Date" ma:default="[Today]" ma:internalName="AssetStart" ma:readOnly="false">
      <xsd:simpleType>
        <xsd:restriction base="dms:DateTime"/>
      </xsd:simpleType>
    </xsd:element>
    <xsd:element name="AssetExpire" ma:index="7" nillable="true" ma:displayName="Asset End Date" ma:default="2029-01-01T08:00:00Z" ma:format="DateTime" ma:internalName="AssetExpire" ma:readOnly="false">
      <xsd:simpleType>
        <xsd:restriction base="dms:DateTime"/>
      </xsd:simpleType>
    </xsd:element>
    <xsd:element name="AssetId" ma:index="8" nillable="true" ma:displayName="Asset ID" ma:default="" ma:indexed="true" ma:internalName="AssetId" ma:readOnly="false">
      <xsd:simpleType>
        <xsd:restriction base="dms:Text">
          <xsd:maxLength value="255"/>
        </xsd:restriction>
      </xsd:simpleType>
    </xsd:element>
    <xsd:element name="IsSearchable" ma:index="9" nillable="true" ma:displayName="Asset Searchable?" ma:default="true" ma:internalName="IsSearchable" ma:readOnly="false">
      <xsd:simpleType>
        <xsd:restriction base="dms:Boolean"/>
      </xsd:simpleType>
    </xsd:element>
    <xsd:element name="AssetType" ma:index="10" nillable="true" ma:displayName="Asset Type" ma:default="" ma:internalName="AssetType" ma:readOnly="false">
      <xsd:simpleType>
        <xsd:restriction base="dms:Unknown"/>
      </xsd:simpleType>
    </xsd:element>
    <xsd:element name="APAuthor" ma:index="11" nillable="true" ma:displayName="Author" ma:default="" ma:list="UserInfo" ma:internalName="APAuth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AverageRating" ma:index="12" nillable="true" ma:displayName="Average Rating" ma:internalName="AverageRating" ma:readOnly="false">
      <xsd:simpleType>
        <xsd:restriction base="dms:Text"/>
      </xsd:simpleType>
    </xsd:element>
    <xsd:element name="BlockPublish" ma:index="13" nillable="true" ma:displayName="Block from Publishing?" ma:default="" ma:internalName="BlockPublish" ma:readOnly="false">
      <xsd:simpleType>
        <xsd:restriction base="dms:Boolean"/>
      </xsd:simpleType>
    </xsd:element>
    <xsd:element name="BugNumber" ma:index="14" nillable="true" ma:displayName="Bug Number" ma:default="" ma:internalName="BugNumber" ma:readOnly="false">
      <xsd:simpleType>
        <xsd:restriction base="dms:Text"/>
      </xsd:simpleType>
    </xsd:element>
    <xsd:element name="CampaignTagsTaxHTField0" ma:index="16" nillable="true" ma:taxonomy="true" ma:internalName="CampaignTagsTaxHTField0" ma:taxonomyFieldName="CampaignTags" ma:displayName="Campaigns" ma:readOnly="false" ma:default="" ma:fieldId="{1df42cc3-2301-4f11-a52a-6ead923c29ed}" ma:taxonomyMulti="true" ma:sspId="8f79753a-75d3-41f5-8ca3-40b843941b4f" ma:termSetId="ca0e50d4-faa1-44ce-961e-bb1441c60e6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ClientViewer" ma:index="17" nillable="true" ma:displayName="Client Viewer" ma:default="" ma:internalName="TPClientViewer">
      <xsd:simpleType>
        <xsd:restriction base="dms:Text"/>
      </xsd:simpleType>
    </xsd:element>
    <xsd:element name="ClipArtFilename" ma:index="18" nillable="true" ma:displayName="Clip Art Name" ma:default="" ma:internalName="ClipArtFilename" ma:readOnly="false">
      <xsd:simpleType>
        <xsd:restriction base="dms:Text"/>
      </xsd:simpleType>
    </xsd:element>
    <xsd:element name="TPCommandLine" ma:index="19" nillable="true" ma:displayName="Command Line" ma:default="" ma:internalName="TPCommandLine">
      <xsd:simpleType>
        <xsd:restriction base="dms:Text"/>
      </xsd:simpleType>
    </xsd:element>
    <xsd:element name="TPComponent" ma:index="20" nillable="true" ma:displayName="Component" ma:default="" ma:internalName="TPComponent">
      <xsd:simpleType>
        <xsd:restriction base="dms:Text"/>
      </xsd:simpleType>
    </xsd:element>
    <xsd:element name="ContentItem" ma:index="21" nillable="true" ma:displayName="Content Item" ma:default="" ma:hidden="true" ma:internalName="ContentItem" ma:readOnly="false">
      <xsd:simpleType>
        <xsd:restriction base="dms:Unknown"/>
      </xsd:simpleType>
    </xsd:element>
    <xsd:element name="CrawlForDependencies" ma:index="23" nillable="true" ma:displayName="Crawl for Dependencies?" ma:default="true" ma:internalName="CrawlForDependencies" ma:readOnly="false">
      <xsd:simpleType>
        <xsd:restriction base="dms:Boolean"/>
      </xsd:simpleType>
    </xsd:element>
    <xsd:element name="CSXHash" ma:index="26" nillable="true" ma:displayName="CSX Hash" ma:default="" ma:indexed="true" ma:internalName="CSXHash" ma:readOnly="false">
      <xsd:simpleType>
        <xsd:restriction base="dms:Text"/>
      </xsd:simpleType>
    </xsd:element>
    <xsd:element name="CSXSubmissionMarket" ma:index="27" nillable="true" ma:displayName="CSX Submission Market" ma:default="" ma:list="{2FBD1B11-2ACE-4FDC-B5A3-635D4ADF6F1B}" ma:internalName="CSXSubmissionMarket" ma:readOnly="false" ma:showField="MarketName" ma:web="4873beb7-5857-4685-be1f-d57550cc96cc">
      <xsd:simpleType>
        <xsd:restriction base="dms:Lookup"/>
      </xsd:simpleType>
    </xsd:element>
    <xsd:element name="CSXUpdate" ma:index="28" nillable="true" ma:displayName="CSX Updated?" ma:default="false" ma:internalName="CSXUpdate" ma:readOnly="false">
      <xsd:simpleType>
        <xsd:restriction base="dms:Boolean"/>
      </xsd:simpleType>
    </xsd:element>
    <xsd:element name="IntlLangReviewDate" ma:index="29" nillable="true" ma:displayName="Date to Complete Intl QA" ma:default="" ma:internalName="IntlLangReviewDate" ma:readOnly="false">
      <xsd:simpleType>
        <xsd:restriction base="dms:DateTime"/>
      </xsd:simpleType>
    </xsd:element>
    <xsd:element name="IsDeleted" ma:index="30" nillable="true" ma:displayName="Deleted?" ma:default="" ma:internalName="IsDeleted" ma:readOnly="false">
      <xsd:simpleType>
        <xsd:restriction base="dms:Boolean"/>
      </xsd:simpleType>
    </xsd:element>
    <xsd:element name="APDescription" ma:index="31" nillable="true" ma:displayName="Description" ma:default="" ma:internalName="APDescription" ma:readOnly="false">
      <xsd:simpleType>
        <xsd:restriction base="dms:Note"/>
      </xsd:simpleType>
    </xsd:element>
    <xsd:element name="DirectSourceMarket" ma:index="32" nillable="true" ma:displayName="Direct Source Market Group" ma:default="" ma:internalName="DirectSourceMarket" ma:readOnly="false">
      <xsd:simpleType>
        <xsd:restriction base="dms:Text"/>
      </xsd:simpleType>
    </xsd:element>
    <xsd:element name="Downloads" ma:index="33" nillable="true" ma:displayName="Downloads" ma:default="0" ma:hidden="true" ma:internalName="Downloads" ma:readOnly="false">
      <xsd:simpleType>
        <xsd:restriction base="dms:Unknown"/>
      </xsd:simpleType>
    </xsd:element>
    <xsd:element name="DSATActionTaken" ma:index="34" nillable="true" ma:displayName="DSAT Action Taken" ma:default="" ma:internalName="DSATActionTaken" ma:readOnly="false">
      <xsd:simpleType>
        <xsd:restriction base="dms:Choice">
          <xsd:enumeration value="Best Bets"/>
          <xsd:enumeration value="Expire"/>
          <xsd:enumeration value="Hide"/>
          <xsd:enumeration value="None"/>
        </xsd:restriction>
      </xsd:simpleType>
    </xsd:element>
    <xsd:element name="APEditor" ma:index="35" nillable="true" ma:displayName="Editor" ma:default="" ma:list="UserInfo" ma:internalName="APEdit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EditorialStatus" ma:index="36" nillable="true" ma:displayName="Editorial Status" ma:default="" ma:internalName="EditorialStatus" ma:readOnly="false">
      <xsd:simpleType>
        <xsd:restriction base="dms:Unknown"/>
      </xsd:simpleType>
    </xsd:element>
    <xsd:element name="EditorialTags" ma:index="37" nillable="true" ma:displayName="Editorial Tags" ma:default="" ma:internalName="EditorialTags">
      <xsd:simpleType>
        <xsd:restriction base="dms:Unknown"/>
      </xsd:simpleType>
    </xsd:element>
    <xsd:element name="TPExecutable" ma:index="38" nillable="true" ma:displayName="Executable" ma:default="" ma:internalName="TPExecutable">
      <xsd:simpleType>
        <xsd:restriction base="dms:Text"/>
      </xsd:simpleType>
    </xsd:element>
    <xsd:element name="FeatureTagsTaxHTField0" ma:index="40" nillable="true" ma:taxonomy="true" ma:internalName="FeatureTagsTaxHTField0" ma:taxonomyFieldName="FeatureTags" ma:displayName="Features" ma:readOnly="false" ma:default="" ma:fieldId="{7fc0d542-15c6-4882-a8e3-13bca44403fb}" ma:taxonomyMulti="true" ma:sspId="8f79753a-75d3-41f5-8ca3-40b843941b4f" ma:termSetId="f1ab6845-967d-4854-a0ba-4ec07f0f811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FriendlyName" ma:index="41" nillable="true" ma:displayName="Friendly Name" ma:default="" ma:internalName="TPFriendlyName">
      <xsd:simpleType>
        <xsd:restriction base="dms:Text"/>
      </xsd:simpleType>
    </xsd:element>
    <xsd:element name="FriendlyTitle" ma:index="42" nillable="true" ma:displayName="Friendly Title" ma:default="" ma:description="Shorter title to be used when displaying search results" ma:internalName="FriendlyTitle" ma:readOnly="false">
      <xsd:simpleType>
        <xsd:restriction base="dms:Text"/>
      </xsd:simpleType>
    </xsd:element>
    <xsd:element name="PrimaryImageGen" ma:index="43" nillable="true" ma:displayName="Generate Images?" ma:default="true" ma:internalName="PrimaryImageGen">
      <xsd:simpleType>
        <xsd:restriction base="dms:Boolean"/>
      </xsd:simpleType>
    </xsd:element>
    <xsd:element name="HandoffToMSDN" ma:index="44" nillable="true" ma:displayName="Handoff To MSDN Date" ma:default="" ma:internalName="HandoffToMSDN" ma:readOnly="false">
      <xsd:simpleType>
        <xsd:restriction base="dms:DateTime"/>
      </xsd:simpleType>
    </xsd:element>
    <xsd:element name="InProjectListLookup" ma:index="45" nillable="true" ma:displayName="InProjectListLookup" ma:list="{9E343742-310B-4684-A24C-1D137CB4B230}" ma:internalName="InProjectListLookup" ma:readOnly="true" ma:showField="InProjectLis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InstallLocation" ma:index="46" nillable="true" ma:displayName="Install Location" ma:default="" ma:internalName="TPInstallLocation">
      <xsd:simpleType>
        <xsd:restriction base="dms:Text"/>
      </xsd:simpleType>
    </xsd:element>
    <xsd:element name="InternalTagsTaxHTField0" ma:index="48" nillable="true" ma:taxonomy="true" ma:internalName="InternalTagsTaxHTField0" ma:taxonomyFieldName="InternalTags" ma:displayName="Internal Tags" ma:readOnly="false" ma:default="" ma:fieldId="{1490b8a4-2706-41ec-b5e3-73176dccf34e}" ma:taxonomyMulti="true" ma:sspId="8f79753a-75d3-41f5-8ca3-40b843941b4f" ma:termSetId="82b6639e-f7fc-4c18-ad2d-003a6e707765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IntlLangReview" ma:index="49" nillable="true" ma:displayName="Intl Lang QA Review Required?" ma:default="" ma:internalName="IntlLangReview" ma:readOnly="false">
      <xsd:simpleType>
        <xsd:restriction base="dms:Boolean"/>
      </xsd:simpleType>
    </xsd:element>
    <xsd:element name="IntlLangReviewer" ma:index="50" nillable="true" ma:displayName="Intl Lang QA Reviewer" ma:default="" ma:internalName="IntlLangReviewer" ma:readOnly="false">
      <xsd:simpleType>
        <xsd:restriction base="dms:Text"/>
      </xsd:simpleType>
    </xsd:element>
    <xsd:element name="MarketSpecific" ma:index="51" nillable="true" ma:displayName="Is Market Specific?" ma:default="" ma:internalName="MarketSpecific" ma:readOnly="false">
      <xsd:simpleType>
        <xsd:restriction base="dms:Boolean"/>
      </xsd:simpleType>
    </xsd:element>
    <xsd:element name="LastCompleteVersionLookup" ma:index="52" nillable="true" ma:displayName="Last Complete Version Lookup" ma:default="" ma:list="{9E343742-310B-4684-A24C-1D137CB4B230}" ma:internalName="LastCompleteVersionLookup" ma:readOnly="true" ma:showField="LastComplete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HandOff" ma:index="53" nillable="true" ma:displayName="Last Hand-off" ma:default="" ma:internalName="LastHandOff" ma:readOnly="false">
      <xsd:simpleType>
        <xsd:restriction base="dms:DateTime"/>
      </xsd:simpleType>
    </xsd:element>
    <xsd:element name="LastModifiedDateTime" ma:index="54" nillable="true" ma:displayName="Last Modified Date" ma:default="" ma:internalName="LastModifiedDateTime" ma:readOnly="false">
      <xsd:simpleType>
        <xsd:restriction base="dms:DateTime"/>
      </xsd:simpleType>
    </xsd:element>
    <xsd:element name="LastPreviewErrorLookup" ma:index="55" nillable="true" ma:displayName="Last Preview Attempt Error" ma:default="" ma:list="{9E343742-310B-4684-A24C-1D137CB4B230}" ma:internalName="LastPreviewErrorLookup" ma:readOnly="true" ma:showField="LastPreviewError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ResultLookup" ma:index="56" nillable="true" ma:displayName="Last Preview Attempt Result" ma:default="" ma:list="{9E343742-310B-4684-A24C-1D137CB4B230}" ma:internalName="LastPreviewResultLookup" ma:readOnly="true" ma:showField="LastPreviewResul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AttemptDateLookup" ma:index="57" nillable="true" ma:displayName="Last Preview Attempted On" ma:default="" ma:list="{9E343742-310B-4684-A24C-1D137CB4B230}" ma:internalName="LastPreviewAttemptDateLookup" ma:readOnly="true" ma:showField="LastPreviewAttemptDat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edByLookup" ma:index="58" nillable="true" ma:displayName="Last Previewed By" ma:default="" ma:list="{9E343742-310B-4684-A24C-1D137CB4B230}" ma:internalName="LastPreviewedByLookup" ma:readOnly="true" ma:showField="LastPreviewedBy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TimeLookup" ma:index="59" nillable="true" ma:displayName="Last Previewed Date" ma:default="" ma:list="{9E343742-310B-4684-A24C-1D137CB4B230}" ma:internalName="LastPreviewTimeLookup" ma:readOnly="true" ma:showField="LastPreviewTi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VersionLookup" ma:index="60" nillable="true" ma:displayName="Last Previewed Version" ma:default="" ma:list="{9E343742-310B-4684-A24C-1D137CB4B230}" ma:internalName="LastPreviewVersionLookup" ma:readOnly="true" ma:showField="LastPreview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rrorLookup" ma:index="61" nillable="true" ma:displayName="Last Publish Attempt Error" ma:default="" ma:list="{9E343742-310B-4684-A24C-1D137CB4B230}" ma:internalName="LastPublishErrorLookup" ma:readOnly="true" ma:showField="LastPublishError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ResultLookup" ma:index="62" nillable="true" ma:displayName="Last Publish Attempt Result" ma:default="" ma:list="{9E343742-310B-4684-A24C-1D137CB4B230}" ma:internalName="LastPublishResultLookup" ma:readOnly="true" ma:showField="LastPublishResul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AttemptDateLookup" ma:index="63" nillable="true" ma:displayName="Last Publish Attempted On" ma:default="" ma:list="{9E343742-310B-4684-A24C-1D137CB4B230}" ma:internalName="LastPublishAttemptDateLookup" ma:readOnly="true" ma:showField="LastPublishAttemptDat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dByLookup" ma:index="64" nillable="true" ma:displayName="Last Published By" ma:default="" ma:list="{9E343742-310B-4684-A24C-1D137CB4B230}" ma:internalName="LastPublishedByLookup" ma:readOnly="true" ma:showField="LastPublishedBy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TimeLookup" ma:index="65" nillable="true" ma:displayName="Last Published Date" ma:default="" ma:list="{9E343742-310B-4684-A24C-1D137CB4B230}" ma:internalName="LastPublishTimeLookup" ma:readOnly="true" ma:showField="LastPublishTi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VersionLookup" ma:index="66" nillable="true" ma:displayName="Last Published Version" ma:default="" ma:list="{9E343742-310B-4684-A24C-1D137CB4B230}" ma:internalName="LastPublishVersionLookup" ma:readOnly="true" ma:showField="LastPublish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LaunchHelpLinkType" ma:index="67" nillable="true" ma:displayName="Launch Help Link Type" ma:default="Template" ma:internalName="TPLaunchHelpLinkType">
      <xsd:simpleType>
        <xsd:restriction base="dms:Choice">
          <xsd:enumeration value="Template"/>
          <xsd:enumeration value="Training"/>
          <xsd:enumeration value="URL"/>
          <xsd:enumeration value="None"/>
        </xsd:restriction>
      </xsd:simpleType>
    </xsd:element>
    <xsd:element name="LegacyData" ma:index="68" nillable="true" ma:displayName="Legacy Data" ma:default="" ma:internalName="LegacyData" ma:readOnly="false">
      <xsd:simpleType>
        <xsd:restriction base="dms:Note"/>
      </xsd:simpleType>
    </xsd:element>
    <xsd:element name="TPLaunchHelpLink" ma:index="69" nillable="true" ma:displayName="Link to Launch Help Topic" ma:default="" ma:internalName="TPLaunchHelpLink">
      <xsd:simpleType>
        <xsd:restriction base="dms:Text"/>
      </xsd:simpleType>
    </xsd:element>
    <xsd:element name="LocComments" ma:index="70" nillable="true" ma:displayName="Loc Approval Comments" ma:default="" ma:internalName="LocComments" ma:readOnly="false">
      <xsd:simpleType>
        <xsd:restriction base="dms:Note"/>
      </xsd:simpleType>
    </xsd:element>
    <xsd:element name="LocLastLocAttemptVersionLookup" ma:index="71" nillable="true" ma:displayName="Loc Last Loc Attempt Version" ma:default="" ma:list="{7DD1DCEC-E449-43D3-891F-7DC62F62AD21}" ma:internalName="LocLastLocAttemptVersionLookup" ma:readOnly="false" ma:showField="LastLocAttemptVersion" ma:web="4873beb7-5857-4685-be1f-d57550cc96cc">
      <xsd:simpleType>
        <xsd:restriction base="dms:Lookup"/>
      </xsd:simpleType>
    </xsd:element>
    <xsd:element name="LocLastLocAttemptVersionTypeLookup" ma:index="72" nillable="true" ma:displayName="Loc Last Loc Attempt Version Type" ma:default="" ma:list="{7DD1DCEC-E449-43D3-891F-7DC62F62AD21}" ma:internalName="LocLastLocAttemptVersionTypeLookup" ma:readOnly="true" ma:showField="LastLocAttemptVersionType" ma:web="4873beb7-5857-4685-be1f-d57550cc96cc">
      <xsd:simpleType>
        <xsd:restriction base="dms:Lookup"/>
      </xsd:simpleType>
    </xsd:element>
    <xsd:element name="LocManualTestRequired" ma:index="73" nillable="true" ma:displayName="Loc Manual Test Required" ma:default="" ma:internalName="LocManualTestRequired" ma:readOnly="false">
      <xsd:simpleType>
        <xsd:restriction base="dms:Boolean"/>
      </xsd:simpleType>
    </xsd:element>
    <xsd:element name="LocMarketGroupTiers2" ma:index="74" nillable="true" ma:displayName="Loc Market Group Tiers" ma:internalName="LocMarketGroupTiers2" ma:readOnly="false">
      <xsd:simpleType>
        <xsd:restriction base="dms:Unknown"/>
      </xsd:simpleType>
    </xsd:element>
    <xsd:element name="LocNewPublishedVersionLookup" ma:index="75" nillable="true" ma:displayName="Loc New Published Version Lookup" ma:default="" ma:list="{7DD1DCEC-E449-43D3-891F-7DC62F62AD21}" ma:internalName="LocNewPublishedVersionLookup" ma:readOnly="true" ma:showField="NewPublishedVersion" ma:web="4873beb7-5857-4685-be1f-d57550cc96cc">
      <xsd:simpleType>
        <xsd:restriction base="dms:Lookup"/>
      </xsd:simpleType>
    </xsd:element>
    <xsd:element name="LocOverallHandbackStatusLookup" ma:index="76" nillable="true" ma:displayName="Loc Overall Handback Status" ma:default="" ma:list="{7DD1DCEC-E449-43D3-891F-7DC62F62AD21}" ma:internalName="LocOverallHandbackStatusLookup" ma:readOnly="true" ma:showField="OverallHandbackStatus" ma:web="4873beb7-5857-4685-be1f-d57550cc96cc">
      <xsd:simpleType>
        <xsd:restriction base="dms:Lookup"/>
      </xsd:simpleType>
    </xsd:element>
    <xsd:element name="LocOverallLocStatusLookup" ma:index="77" nillable="true" ma:displayName="Loc Overall Localize Status" ma:default="" ma:list="{7DD1DCEC-E449-43D3-891F-7DC62F62AD21}" ma:internalName="LocOverallLocStatusLookup" ma:readOnly="true" ma:showField="OverallLocStatus" ma:web="4873beb7-5857-4685-be1f-d57550cc96cc">
      <xsd:simpleType>
        <xsd:restriction base="dms:Lookup"/>
      </xsd:simpleType>
    </xsd:element>
    <xsd:element name="LocOverallPreviewStatusLookup" ma:index="78" nillable="true" ma:displayName="Loc Overall Preview Status" ma:default="" ma:list="{7DD1DCEC-E449-43D3-891F-7DC62F62AD21}" ma:internalName="LocOverallPreviewStatusLookup" ma:readOnly="true" ma:showField="OverallPreviewStatus" ma:web="4873beb7-5857-4685-be1f-d57550cc96cc">
      <xsd:simpleType>
        <xsd:restriction base="dms:Lookup"/>
      </xsd:simpleType>
    </xsd:element>
    <xsd:element name="LocOverallPublishStatusLookup" ma:index="79" nillable="true" ma:displayName="Loc Overall Publish Status" ma:default="" ma:list="{7DD1DCEC-E449-43D3-891F-7DC62F62AD21}" ma:internalName="LocOverallPublishStatusLookup" ma:readOnly="true" ma:showField="OverallPublishStatus" ma:web="4873beb7-5857-4685-be1f-d57550cc96cc">
      <xsd:simpleType>
        <xsd:restriction base="dms:Lookup"/>
      </xsd:simpleType>
    </xsd:element>
    <xsd:element name="IntlLocPriority" ma:index="80" nillable="true" ma:displayName="Loc Priority" ma:default="" ma:internalName="IntlLocPriority" ma:readOnly="false">
      <xsd:simpleType>
        <xsd:restriction base="dms:Unknown"/>
      </xsd:simpleType>
    </xsd:element>
    <xsd:element name="LocProcessedForHandoffsLookup" ma:index="81" nillable="true" ma:displayName="Loc Processed For Handoffs" ma:default="" ma:list="{7DD1DCEC-E449-43D3-891F-7DC62F62AD21}" ma:internalName="LocProcessedForHandoffsLookup" ma:readOnly="true" ma:showField="ProcessedForHandoffs" ma:web="4873beb7-5857-4685-be1f-d57550cc96cc">
      <xsd:simpleType>
        <xsd:restriction base="dms:Lookup"/>
      </xsd:simpleType>
    </xsd:element>
    <xsd:element name="LocProcessedForMarketsLookup" ma:index="82" nillable="true" ma:displayName="Loc Processed For Markets" ma:default="" ma:list="{7DD1DCEC-E449-43D3-891F-7DC62F62AD21}" ma:internalName="LocProcessedForMarketsLookup" ma:readOnly="true" ma:showField="ProcessedForMarkets" ma:web="4873beb7-5857-4685-be1f-d57550cc96cc">
      <xsd:simpleType>
        <xsd:restriction base="dms:Lookup"/>
      </xsd:simpleType>
    </xsd:element>
    <xsd:element name="LocPublishedDependentAssetsLookup" ma:index="83" nillable="true" ma:displayName="Loc Published Dependent Assets" ma:default="" ma:list="{7DD1DCEC-E449-43D3-891F-7DC62F62AD21}" ma:internalName="LocPublishedDependentAssetsLookup" ma:readOnly="true" ma:showField="PublishedDependentAssets" ma:web="4873beb7-5857-4685-be1f-d57550cc96cc">
      <xsd:simpleType>
        <xsd:restriction base="dms:Lookup"/>
      </xsd:simpleType>
    </xsd:element>
    <xsd:element name="LocPublishedLinkedAssetsLookup" ma:index="84" nillable="true" ma:displayName="Loc Published Linked Assets" ma:default="" ma:list="{7DD1DCEC-E449-43D3-891F-7DC62F62AD21}" ma:internalName="LocPublishedLinkedAssetsLookup" ma:readOnly="true" ma:showField="PublishedLinkedAssets" ma:web="4873beb7-5857-4685-be1f-d57550cc96cc">
      <xsd:simpleType>
        <xsd:restriction base="dms:Lookup"/>
      </xsd:simpleType>
    </xsd:element>
    <xsd:element name="LocRecommendedHandoff" ma:index="85" nillable="true" ma:displayName="Loc Recommended Handoff" ma:default="" ma:indexed="true" ma:internalName="LocRecommendedHandoff" ma:readOnly="false">
      <xsd:simpleType>
        <xsd:restriction base="dms:Text"/>
      </xsd:simpleType>
    </xsd:element>
    <xsd:element name="LocalizationTagsTaxHTField0" ma:index="87" nillable="true" ma:taxonomy="true" ma:internalName="LocalizationTagsTaxHTField0" ma:taxonomyFieldName="LocalizationTags" ma:displayName="Localization Tags" ma:readOnly="false" ma:default="" ma:fieldId="{00f02cb3-2c7c-424a-9c61-10e9b6878429}" ma:taxonomyMulti="true" ma:sspId="8f79753a-75d3-41f5-8ca3-40b843941b4f" ma:termSetId="5b7703a5-8e8b-4b58-8b31-1cea35331da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MachineTranslated" ma:index="88" nillable="true" ma:displayName="Machine Translated" ma:default="" ma:internalName="MachineTranslated" ma:readOnly="false">
      <xsd:simpleType>
        <xsd:restriction base="dms:Boolean"/>
      </xsd:simpleType>
    </xsd:element>
    <xsd:element name="Manager" ma:index="89" nillable="true" ma:displayName="Manager" ma:hidden="true" ma:internalName="Manager" ma:readOnly="false">
      <xsd:simpleType>
        <xsd:restriction base="dms:Text"/>
      </xsd:simpleType>
    </xsd:element>
    <xsd:element name="Markets" ma:index="90" nillable="true" ma:displayName="Markets" ma:default="" ma:description="Leave blank to show in all markets" ma:list="{2FBD1B11-2ACE-4FDC-B5A3-635D4ADF6F1B}" ma:internalName="Markets" ma:readOnly="false" ma:showField="MarketNa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Milestone" ma:index="91" nillable="true" ma:displayName="Milestone" ma:default="" ma:internalName="Milestone" ma:readOnly="false">
      <xsd:simpleType>
        <xsd:restriction base="dms:Unknown"/>
      </xsd:simpleType>
    </xsd:element>
    <xsd:element name="TPNamespace" ma:index="94" nillable="true" ma:displayName="Namespace" ma:default="" ma:internalName="TPNamespace">
      <xsd:simpleType>
        <xsd:restriction base="dms:Text"/>
      </xsd:simpleType>
    </xsd:element>
    <xsd:element name="NumericId" ma:index="95" nillable="true" ma:displayName="Numeric ID" ma:default="" ma:indexed="true" ma:internalName="NumericId" ma:readOnly="false">
      <xsd:simpleType>
        <xsd:restriction base="dms:Number"/>
      </xsd:simpleType>
    </xsd:element>
    <xsd:element name="NumOfRatingsLookup" ma:index="96" nillable="true" ma:displayName="NumOfRatings" ma:default="" ma:list="{9E343742-310B-4684-A24C-1D137CB4B230}" ma:internalName="NumOfRatingsLookup" ma:readOnly="true" ma:showField="NumOfRatings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OOCacheId" ma:index="97" nillable="true" ma:displayName="OOCacheId" ma:internalName="OOCacheId" ma:readOnly="false">
      <xsd:simpleType>
        <xsd:restriction base="dms:Text"/>
      </xsd:simpleType>
    </xsd:element>
    <xsd:element name="OpenTemplate" ma:index="98" nillable="true" ma:displayName="Open Template" ma:default="true" ma:internalName="OpenTemplate">
      <xsd:simpleType>
        <xsd:restriction base="dms:Boolean"/>
      </xsd:simpleType>
    </xsd:element>
    <xsd:element name="OriginAsset" ma:index="99" nillable="true" ma:displayName="Origin Asset" ma:default="" ma:internalName="OriginAsset" ma:readOnly="false">
      <xsd:simpleType>
        <xsd:restriction base="dms:Text"/>
      </xsd:simpleType>
    </xsd:element>
    <xsd:element name="OriginalRelease" ma:index="100" nillable="true" ma:displayName="Original Release" ma:default="15" ma:internalName="OriginalRelease" ma:readOnly="false">
      <xsd:simpleType>
        <xsd:restriction base="dms:Choice">
          <xsd:enumeration value="14"/>
          <xsd:enumeration value="15"/>
          <xsd:enumeration value="16"/>
        </xsd:restriction>
      </xsd:simpleType>
    </xsd:element>
    <xsd:element name="OriginalSourceMarket" ma:index="101" nillable="true" ma:displayName="Original Source Market Group" ma:default="" ma:internalName="OriginalSourceMarket" ma:readOnly="false">
      <xsd:simpleType>
        <xsd:restriction base="dms:Text"/>
      </xsd:simpleType>
    </xsd:element>
    <xsd:element name="OutputCachingOn" ma:index="102" nillable="true" ma:displayName="Output Caching" ma:default="true" ma:hidden="true" ma:internalName="OutputCachingOn" ma:readOnly="false">
      <xsd:simpleType>
        <xsd:restriction base="dms:Boolean"/>
      </xsd:simpleType>
    </xsd:element>
    <xsd:element name="ParentAssetId" ma:index="103" nillable="true" ma:displayName="Parent Asset Id" ma:default="" ma:internalName="ParentAssetId" ma:readOnly="false">
      <xsd:simpleType>
        <xsd:restriction base="dms:Text"/>
      </xsd:simpleType>
    </xsd:element>
    <xsd:element name="PlannedPubDate" ma:index="104" nillable="true" ma:displayName="Planned Publish Date" ma:default="" ma:indexed="true" ma:internalName="PlannedPubDate" ma:readOnly="false">
      <xsd:simpleType>
        <xsd:restriction base="dms:DateTime"/>
      </xsd:simpleType>
    </xsd:element>
    <xsd:element name="PolicheckWords" ma:index="105" nillable="true" ma:displayName="Policheck Words" ma:default="" ma:internalName="PolicheckWords" ma:readOnly="false">
      <xsd:simpleType>
        <xsd:restriction base="dms:Text"/>
      </xsd:simpleType>
    </xsd:element>
    <xsd:element name="BusinessGroup" ma:index="106" nillable="true" ma:displayName="Product Division Owner" ma:default="" ma:internalName="BusinessGroup" ma:readOnly="false">
      <xsd:simpleType>
        <xsd:restriction base="dms:Unknown"/>
      </xsd:simpleType>
    </xsd:element>
    <xsd:element name="UAProjectedTotalWords" ma:index="107" nillable="true" ma:displayName="Projected Word Count" ma:default="" ma:internalName="UAProjectedTotalWords" ma:readOnly="false">
      <xsd:simpleType>
        <xsd:restriction base="dms:Unknown"/>
      </xsd:simpleType>
    </xsd:element>
    <xsd:element name="Provider" ma:index="108" nillable="true" ma:displayName="Provider" ma:default="" ma:internalName="Provider" ma:readOnly="false">
      <xsd:simpleType>
        <xsd:restriction base="dms:Unknown"/>
      </xsd:simpleType>
    </xsd:element>
    <xsd:element name="Providers" ma:index="109" nillable="true" ma:displayName="Providers" ma:default="" ma:internalName="Providers">
      <xsd:simpleType>
        <xsd:restriction base="dms:Unknown"/>
      </xsd:simpleType>
    </xsd:element>
    <xsd:element name="PublishStatusLookup" ma:index="110" nillable="true" ma:displayName="Publish Status" ma:default="" ma:list="{9E343742-310B-4684-A24C-1D137CB4B230}" ma:internalName="PublishStatusLookup" ma:readOnly="false" ma:showField="PublishStatus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PublishTargets" ma:index="111" nillable="true" ma:displayName="Publish Target" ma:default="OfficeOnlineVNext" ma:internalName="PublishTargets" ma:readOnly="false">
      <xsd:simpleType>
        <xsd:restriction base="dms:Unknown"/>
      </xsd:simpleType>
    </xsd:element>
    <xsd:element name="RecommendationsModifier" ma:index="112" nillable="true" ma:displayName="Recommendations Modifier" ma:default="" ma:internalName="RecommendationsModifier" ma:readOnly="false">
      <xsd:simpleType>
        <xsd:restriction base="dms:Number"/>
      </xsd:simpleType>
    </xsd:element>
    <xsd:element name="ArtSampleDocs" ma:index="113" nillable="true" ma:displayName="Sample Docs" ma:default="" ma:hidden="true" ma:internalName="ArtSampleDocs" ma:readOnly="false">
      <xsd:simpleType>
        <xsd:restriction base="dms:Text"/>
      </xsd:simpleType>
    </xsd:element>
    <xsd:element name="ScenarioTagsTaxHTField0" ma:index="115" nillable="true" ma:taxonomy="true" ma:internalName="ScenarioTagsTaxHTField0" ma:taxonomyFieldName="ScenarioTags" ma:displayName="Scenarios" ma:readOnly="false" ma:default="" ma:fieldId="{93aef74d-6c78-4815-8310-51477dceeccc}" ma:taxonomyMulti="true" ma:sspId="8f79753a-75d3-41f5-8ca3-40b843941b4f" ma:termSetId="4b7d5f16-e2f2-4fc0-bab3-6e8b931e57d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ShowIn" ma:index="117" nillable="true" ma:displayName="Show In" ma:default="Show everywhere" ma:internalName="ShowIn" ma:readOnly="false">
      <xsd:simpleType>
        <xsd:restriction base="dms:Choice">
          <xsd:enumeration value="Hide on web"/>
          <xsd:enumeration value="On Web no search"/>
          <xsd:enumeration value="Show everywhere"/>
          <xsd:enumeration value="Special use only"/>
        </xsd:restriction>
      </xsd:simpleType>
    </xsd:element>
    <xsd:element name="SourceTitle" ma:index="118" nillable="true" ma:displayName="Source Title" ma:default="" ma:indexed="true" ma:internalName="SourceTitle" ma:readOnly="false">
      <xsd:simpleType>
        <xsd:restriction base="dms:Text"/>
      </xsd:simpleType>
    </xsd:element>
    <xsd:element name="CSXSubmissionDate" ma:index="119" nillable="true" ma:displayName="Submission Date" ma:default="" ma:internalName="CSXSubmissionDate" ma:readOnly="false">
      <xsd:simpleType>
        <xsd:restriction base="dms:DateTime"/>
      </xsd:simpleType>
    </xsd:element>
    <xsd:element name="SubmitterId" ma:index="120" nillable="true" ma:displayName="Submitter ID" ma:default="" ma:internalName="SubmitterId" ma:readOnly="false">
      <xsd:simpleType>
        <xsd:restriction base="dms:Text"/>
      </xsd:simpleType>
    </xsd:element>
    <xsd:element name="TaxCatchAll" ma:index="121" nillable="true" ma:displayName="Taxonomy Catch All Column" ma:hidden="true" ma:list="{530f955b-6704-4601-bd83-f81d87f1e440}" ma:internalName="TaxCatchAll" ma:showField="CatchAllData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axCatchAllLabel" ma:index="122" nillable="true" ma:displayName="Taxonomy Catch All Column1" ma:hidden="true" ma:list="{530f955b-6704-4601-bd83-f81d87f1e440}" ma:internalName="TaxCatchAllLabel" ma:readOnly="true" ma:showField="CatchAllDataLabel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emplateStatus" ma:index="123" nillable="true" ma:displayName="Template Status" ma:default="" ma:internalName="TemplateStatus">
      <xsd:simpleType>
        <xsd:restriction base="dms:Unknown"/>
      </xsd:simpleType>
    </xsd:element>
    <xsd:element name="TemplateTemplateType" ma:index="124" nillable="true" ma:displayName="Template Type" ma:default="" ma:internalName="TemplateTemplateType">
      <xsd:simpleType>
        <xsd:restriction base="dms:Unknown"/>
      </xsd:simpleType>
    </xsd:element>
    <xsd:element name="ThumbnailAssetId" ma:index="125" nillable="true" ma:displayName="Thumbnail Image Asset" ma:default="" ma:internalName="ThumbnailAssetId" ma:readOnly="false">
      <xsd:simpleType>
        <xsd:restriction base="dms:Text"/>
      </xsd:simpleType>
    </xsd:element>
    <xsd:element name="TimesCloned" ma:index="126" nillable="true" ma:displayName="Times Cloned" ma:default="" ma:internalName="TimesCloned" ma:readOnly="false">
      <xsd:simpleType>
        <xsd:restriction base="dms:Number"/>
      </xsd:simpleType>
    </xsd:element>
    <xsd:element name="TrustLevel" ma:index="128" nillable="true" ma:displayName="Trust Level" ma:default="1 Microsoft Managed Content" ma:internalName="TrustLevel" ma:readOnly="false">
      <xsd:simpleType>
        <xsd:restriction base="dms:Unknown"/>
      </xsd:simpleType>
    </xsd:element>
    <xsd:element name="UALocComments" ma:index="129" nillable="true" ma:displayName="UA Loc Comments" ma:default="" ma:internalName="UALocComments" ma:readOnly="false">
      <xsd:simpleType>
        <xsd:restriction base="dms:Note"/>
      </xsd:simpleType>
    </xsd:element>
    <xsd:element name="UALocRecommendation" ma:index="130" nillable="true" ma:displayName="UA Loc Recommendation" ma:default="Localize" ma:internalName="UALocRecommendation" ma:readOnly="false">
      <xsd:simpleType>
        <xsd:restriction base="dms:Choice">
          <xsd:enumeration value="Localize"/>
          <xsd:enumeration value="Never Localize"/>
          <xsd:enumeration value="Priority Localize"/>
        </xsd:restriction>
      </xsd:simpleType>
    </xsd:element>
    <xsd:element name="UANotes" ma:index="131" nillable="true" ma:displayName="UA Notes" ma:default="" ma:internalName="UANotes" ma:readOnly="false">
      <xsd:simpleType>
        <xsd:restriction base="dms:Note"/>
      </xsd:simpleType>
    </xsd:element>
    <xsd:element name="TPAppVersion" ma:index="132" nillable="true" ma:displayName="Version" ma:default="" ma:internalName="TPAppVersion">
      <xsd:simpleType>
        <xsd:restriction base="dms:Text"/>
      </xsd:simpleType>
    </xsd:element>
    <xsd:element name="VoteCount" ma:index="133" nillable="true" ma:displayName="Vote Count" ma:default="" ma:internalName="VoteCount" ma:readOnly="fals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22" ma:displayName="Content Type"/>
        <xsd:element ref="dc:title" minOccurs="0" maxOccurs="1" ma:index="127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0C67BEE-D13F-4BD2-98A5-34D8A0977F68}">
  <ds:schemaRefs>
    <ds:schemaRef ds:uri="4873beb7-5857-4685-be1f-d57550cc96cc"/>
    <ds:schemaRef ds:uri="http://schemas.openxmlformats.org/package/2006/metadata/core-properties"/>
    <ds:schemaRef ds:uri="http://purl.org/dc/terms/"/>
    <ds:schemaRef ds:uri="http://schemas.microsoft.com/office/2006/documentManagement/types"/>
    <ds:schemaRef ds:uri="http://purl.org/dc/elements/1.1/"/>
    <ds:schemaRef ds:uri="http://schemas.microsoft.com/office/2006/metadata/properties"/>
    <ds:schemaRef ds:uri="http://schemas.microsoft.com/office/infopath/2007/PartnerControls"/>
    <ds:schemaRef ds:uri="http://www.w3.org/XML/1998/namespace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3836F65B-1B07-41EE-A0E8-BC6EF385522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09BF4D4-EF60-4196-BFC3-9462D607978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873beb7-5857-4685-be1f-d57550cc96c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Présentation Circuit à trois lignes (grand écran)</Template>
  <TotalTime>2254</TotalTime>
  <Words>685</Words>
  <Application>Microsoft Office PowerPoint</Application>
  <PresentationFormat>Custom</PresentationFormat>
  <Paragraphs>179</Paragraphs>
  <Slides>20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Technologie 16:9</vt:lpstr>
      <vt:lpstr>Table de Mixage : SmartMix</vt:lpstr>
      <vt:lpstr>Sommaire </vt:lpstr>
      <vt:lpstr>Présentation de système </vt:lpstr>
      <vt:lpstr>Détails des sous-systèmes</vt:lpstr>
      <vt:lpstr>Conception</vt:lpstr>
      <vt:lpstr>Conception</vt:lpstr>
      <vt:lpstr>Conception</vt:lpstr>
      <vt:lpstr>Conception</vt:lpstr>
      <vt:lpstr>Vérification</vt:lpstr>
      <vt:lpstr>Vérification</vt:lpstr>
      <vt:lpstr>PowerPoint Presentation</vt:lpstr>
      <vt:lpstr>PowerPoint Presentation</vt:lpstr>
      <vt:lpstr>Implantation, Checklist</vt:lpstr>
      <vt:lpstr>PowerPoint Presentation</vt:lpstr>
      <vt:lpstr>PowerPoint Presentation</vt:lpstr>
      <vt:lpstr>Facilité de Maintenance</vt:lpstr>
      <vt:lpstr>PowerPoint Presentation</vt:lpstr>
      <vt:lpstr>Questions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_ Kryptos_</dc:creator>
  <cp:lastModifiedBy>Styxie x</cp:lastModifiedBy>
  <cp:revision>5</cp:revision>
  <dcterms:created xsi:type="dcterms:W3CDTF">2024-12-13T12:29:08Z</dcterms:created>
  <dcterms:modified xsi:type="dcterms:W3CDTF">2025-05-01T19:41:46Z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0x0101006EDDDB5EE6D98C44930B742096920B300400F5B6D36B3EF94B4E9A635CDF2A18F5B8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CampaignTags">
    <vt:lpwstr/>
  </property>
  <property fmtid="{D5CDD505-2E9C-101B-9397-08002B2CF9AE}" pid="7" name="ScenarioTags">
    <vt:lpwstr/>
  </property>
</Properties>
</file>